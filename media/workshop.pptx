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A1A1"/>
    <a:srgbClr val="000000"/>
    <a:srgbClr val="F7F4FA"/>
    <a:srgbClr val="F0EDF3"/>
    <a:srgbClr val="E0DFE3"/>
    <a:srgbClr val="E1DFE3"/>
    <a:srgbClr val="E3DFE3"/>
    <a:srgbClr val="E8E4E8"/>
    <a:srgbClr val="DEDADE"/>
    <a:srgbClr val="DEDA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6283" autoAdjust="0"/>
  </p:normalViewPr>
  <p:slideViewPr>
    <p:cSldViewPr snapToGrid="0">
      <p:cViewPr varScale="1">
        <p:scale>
          <a:sx n="104" d="100"/>
          <a:sy n="104" d="100"/>
        </p:scale>
        <p:origin x="88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9:29:12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9:29:17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9:29:23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9:29:39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24575,'203'9'0,"-201"-9"0,0 1 0,0-1 0,0 1 0,0-1 0,0 1 0,0-1 0,0 1 0,0 0 0,0 0 0,0 0 0,-1 0 0,1 1 0,0-1 0,-1 0 0,1 1 0,-1-1 0,1 1 0,-1-1 0,0 1 0,0 0 0,1 0 0,-1 0 0,0-1 0,-1 1 0,1 0 0,0 0 0,-1 0 0,1 0 0,-1 0 0,1 0 0,-1 0 0,0 1 0,0-1 0,0 0 0,0 0 0,0 0 0,0 0 0,-1 3 0,0-4 0,0 0 0,0 0 0,0 0 0,0 0 0,0 0 0,0-1 0,0 1 0,0 0 0,0 0 0,0-1 0,-1 1 0,1-1 0,0 1 0,0-1 0,-1 1 0,1-1 0,0 0 0,0 0 0,-1 1 0,1-1 0,0 0 0,-1 0 0,0-1 0,-42 0 0,31 0 0,-38-5 0,42 4 0,0 0 0,0 1 0,0 0 0,0 0 0,0 1 0,-1 1 0,1-1 0,-16 4 0,22 0 0,0-1 0,1 1 0,-1-1 0,1 1 0,0 0 0,0 0 0,0 0 0,1 0 0,-1 0 0,1 0 0,0 0 0,0 1 0,1-1 0,-1 0 0,1 1 0,0-1 0,0 0 0,0 1 0,1-1 0,1 6 0,-1-9 0,1 0 0,-1 0 0,0 0 0,1 0 0,-1 0 0,1 0 0,0-1 0,-1 1 0,1-1 0,0 1 0,-1-1 0,1 0 0,0 1 0,-1-1 0,1 0 0,0 0 0,-1 0 0,1-1 0,3 0 0,40-11 0,-12 4 0,-20 7-195,0 1 0,0 0 0,0 1 0,-1 1 0,1 0 0,17 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9:29:46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46 24575,'0'6'0,"0"-1"0,0 1 0,0-1 0,0 0 0,-1 1 0,0-1 0,0 0 0,-1 0 0,1 1 0,-1-1 0,0 0 0,-1-1 0,1 1 0,-1 0 0,-4 5 0,-3 19 0,9-26 0,0 0 0,1 0 0,-1 0 0,0 0 0,0 0 0,-1-1 0,1 1 0,0 0 0,-3 2 0,3-4 0,0-1 0,0 1 0,0 0 0,0-1 0,0 1 0,0-1 0,-1 0 0,1 1 0,0-1 0,0 0 0,0 0 0,0 1 0,-1-1 0,1 0 0,0 0 0,0-1 0,0 1 0,0 0 0,-1 0 0,1 0 0,0-1 0,0 1 0,0-1 0,0 1 0,0-1 0,0 1 0,0-1 0,0 0 0,-1 0 0,0 0 0,0-1 0,0 1 0,0 0 0,1-1 0,-1 1 0,1-1 0,-1 0 0,1 1 0,0-1 0,0 0 0,0 0 0,0 0 0,0 0 0,0 0 0,0 0 0,0 0 0,1 0 0,-1 0 0,1 0 0,0 0 0,0-1 0,-1-2 0,7-56 0,-2 21 0,4 17 0,-2 2 0,-11 18 0,-10 10 0,9-2 0,-1 0 0,1 0 0,1 1 0,-10 10 0,-16 16 0,29-30 7,0 0 0,1 0-1,-1 0 1,1 0 0,0 1-1,0-1 1,0 0-1,0 1 1,0-1 0,0 1-1,0-1 1,1 1 0,-1-1-1,1 1 1,0-1 0,0 1-1,0 4 1,0-5-58,0-1 0,0 1-1,0 0 1,0-1 0,0 1 0,1 0 0,-1-1-1,0 1 1,1-1 0,-1 1 0,1-1 0,0 1-1,0-1 1,-1 1 0,1-1 0,0 0-1,0 1 1,0-1 0,0 0 0,1 0 0,-1 0-1,0 0 1,0 0 0,1 0 0,-1 0 0,0 0-1,1 0 1,1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19:29:57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1 134 24575,'10'2'0,"0"-1"0,0 1 0,0 0 0,-1 1 0,1 0 0,-1 1 0,12 6 0,-8-4 0,1-1 0,0 0 0,17 4 0,-30-8 0,0-1 0,1 0 0,-1 1 0,0-1 0,1 0 0,-1 0 0,0 0 0,1 0 0,-1 0 0,0 0 0,1 0 0,-1 0 0,0-1 0,1 1 0,-1 0 0,0-1 0,1 1 0,-1-1 0,0 0 0,0 1 0,0-1 0,0 0 0,0 1 0,0-1 0,0 0 0,0 0 0,0 0 0,0 0 0,0 0 0,0 0 0,-1-1 0,1 1 0,0 0 0,-1 0 0,1 0 0,-1-1 0,1 1 0,-1 0 0,0-1 0,1 1 0,-1 0 0,0-1 0,0 1 0,0 0 0,0-3 0,-1 2 0,1-1 0,0 1 0,-1-1 0,1 1 0,-1-1 0,0 1 0,0 0 0,0-1 0,0 1 0,0 0 0,0 0 0,-1 0 0,1 0 0,-1 0 0,0 0 0,1 0 0,-1 0 0,0 1 0,0-1 0,0 1 0,0-1 0,0 1 0,0 0 0,-1 0 0,-2-1 0,-38-12 0,18 6 0,-45-8 0,69 16 0,0 0 0,0-1 0,0 1 0,0 0 0,0 0 0,0-1 0,0 1 0,1-1 0,-1 1 0,0 0 0,0-1 0,0 0 0,1 1 0,-1-1 0,0 1 0,1-1 0,-1 0 0,0 0 0,1 1 0,-1-1 0,1 0 0,-1 0 0,1 0 0,0 1 0,-1-1 0,1 0 0,0 0 0,-1 0 0,1 0 0,0 0 0,0 0 0,0 0 0,0 0 0,0 0 0,0 0 0,0 0 0,0 0 0,0 1 0,1-1 0,-1 0 0,0 0 0,1-1 0,-1 0 0,1 0 0,0 1 0,-1-1 0,1 0 0,0 1 0,0-1 0,0 0 0,0 1 0,0-1 0,1 1 0,-1 0 0,0-1 0,1 1 0,-1 0 0,1 0 0,-1 0 0,1 0 0,-1 0 0,1 0 0,0 0 0,2-1 0,5 1 0,0 1 0,0-1 0,-1 2 0,1-1 0,0 1 0,0 0 0,-1 1 0,1 0 0,15 5 0,18 5 0,3-7-1365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A8C48-B3E7-451F-AD3C-7C38A874ED0C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46A52-4E41-4052-9CA6-FFE0C167C3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795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A46A52-4E41-4052-9CA6-FFE0C167C3D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739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A46A52-4E41-4052-9CA6-FFE0C167C3D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481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2392-B01E-E169-49D3-FCC07DA59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DD2AC-75AA-A88E-91B1-F9BFD577F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DEEB6-1528-E48A-488F-6877BE3CF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B4FA-2558-41C8-8840-1B5E58534D56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1739B-40C1-D60F-4855-89823B3C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7B854-BF10-A596-E575-FA62F1B94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D30A-232F-45F2-9E75-1DB63C09AB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345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B2786-6FFF-9ADD-DA52-D422878E7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3C1FE-89A2-6502-8554-D0F28EC10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664A5-F23D-B3A2-4AA1-58D85E9E9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B4FA-2558-41C8-8840-1B5E58534D56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58E8E-6AA0-AE87-3A0C-5EB5486C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562FD-09B8-9C6D-A6C1-89C3C8BE9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D30A-232F-45F2-9E75-1DB63C09AB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525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71E08-4FC7-6E1E-70D5-2E86B274D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BC955-13D6-D912-82A0-ADCFF6003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DCA1A-1F70-B6C8-F92E-210A8C7F2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B4FA-2558-41C8-8840-1B5E58534D56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35C96-EF85-629F-7F06-C4508A06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EBD0A-AD5B-DD82-093C-1F17AA74E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D30A-232F-45F2-9E75-1DB63C09AB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61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2FF9-97F2-0D87-06A2-15B2B9BB2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5EA53-EF75-7611-7577-EBE2E8953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3F1D7-69D0-DCC9-287E-32EA79484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C02D9-87AA-6CD9-2C59-BE9DAF121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B4FA-2558-41C8-8840-1B5E58534D56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4BF3C-73A1-5CAE-05D3-0FD8DE3C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A08E1-75A5-65BD-EFE5-0CCE6B8AE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D30A-232F-45F2-9E75-1DB63C09AB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23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0346-D9C5-6092-76B6-BC22BE99C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51373-D2B1-B1C2-0CCF-70C59C9B0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DDF6B-AD31-07F4-83B5-4A2689AFF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D614EF-F027-B602-54FD-A629CE85D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EFB8D-D39F-7D0C-B4F5-807F8376B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479623-BC7A-367E-E416-2831069ED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B4FA-2558-41C8-8840-1B5E58534D56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4CD718-9DE5-4041-7EB6-7C8A29F93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CD7CB-7089-2ADA-689E-FB31DE88D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D30A-232F-45F2-9E75-1DB63C09AB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03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CDBD-568D-3591-BF9E-5BDA478D3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9B46EA-035E-F969-CF5B-81B74A4DE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B4FA-2558-41C8-8840-1B5E58534D56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A3BEF-92F7-CAAB-208D-BE904BBB2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A39DE-F5B8-C6CD-F7CF-1D7ADFC68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D30A-232F-45F2-9E75-1DB63C09AB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00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D29B1C-AA36-34CD-A5F0-A9EA5707A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B4FA-2558-41C8-8840-1B5E58534D56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19A47A-556D-E423-CAF7-18B92A36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E02B2-068F-E4AD-ACAD-B3E5451D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D30A-232F-45F2-9E75-1DB63C09AB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84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D72A6-3993-967B-C852-4FE1EC07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4BC3C-F3FB-0193-5B38-5D51C2BB3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1AC75-338E-807C-3DAB-FA41A1148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8A226-2714-0005-49BD-58C706556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B4FA-2558-41C8-8840-1B5E58534D56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538F2-772A-4D36-0F41-EEFE71964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CD30B-C466-1E85-59B9-DFB07833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D30A-232F-45F2-9E75-1DB63C09AB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919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54291-716E-E0D9-BF90-8CEDAF23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291BDF-6D17-35C6-C779-3CBAF77716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69D7C-8393-5001-BEB7-5088F6D07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69F89-7000-44BB-9315-F8CA3CB00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B4FA-2558-41C8-8840-1B5E58534D56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C0BC7-5363-2F56-F46B-6380B9065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ABFC-0E69-B3FF-D56A-24121E7D9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D30A-232F-45F2-9E75-1DB63C09AB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84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DB44-6D26-D5A7-FEBE-7AF7ADE4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97BB4-25B5-276E-D75C-D4B60BF77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9A48F-8D76-8AAA-DF15-65F59306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B4FA-2558-41C8-8840-1B5E58534D56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EF3F7-8EB7-9296-C2DD-5CAA8815E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E9D49-5349-E9B0-696C-369C6E63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D30A-232F-45F2-9E75-1DB63C09AB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082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1ECD57-CB50-5D06-2214-CBCFCC4FE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54D63-5666-EA6D-1E57-C78C54F2D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D7C5B-88DB-5373-CC05-2DB84E9F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B4FA-2558-41C8-8840-1B5E58534D56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1B3FE-864A-19CC-E7D2-ACCC93121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A1D0F-BE5E-685D-C946-20747F4FE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FD30A-232F-45F2-9E75-1DB63C09AB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04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4D510E-B12A-52DD-7D7F-53E4719CB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2087C-373D-DBC0-904A-06A8F9B00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2E6B1-6511-8537-834F-F9B05D35B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AB4FA-2558-41C8-8840-1B5E58534D56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C717D-54D9-364E-8EA9-7A197E639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2E613-3F09-9964-4860-748B08363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FD30A-232F-45F2-9E75-1DB63C09AB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240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16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customXml" Target="../ink/ink6.xml"/><Relationship Id="rId18" Type="http://schemas.openxmlformats.org/officeDocument/2006/relationships/image" Target="../media/image42.png"/><Relationship Id="rId3" Type="http://schemas.microsoft.com/office/2007/relationships/hdphoto" Target="../media/hdphoto4.wdp"/><Relationship Id="rId7" Type="http://schemas.openxmlformats.org/officeDocument/2006/relationships/customXml" Target="../ink/ink3.xml"/><Relationship Id="rId12" Type="http://schemas.openxmlformats.org/officeDocument/2006/relationships/image" Target="../media/image38.png"/><Relationship Id="rId17" Type="http://schemas.openxmlformats.org/officeDocument/2006/relationships/image" Target="../media/image41.png"/><Relationship Id="rId2" Type="http://schemas.openxmlformats.org/officeDocument/2006/relationships/image" Target="../media/image34.png"/><Relationship Id="rId16" Type="http://schemas.microsoft.com/office/2007/relationships/hdphoto" Target="../media/hdphoto5.wdp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5.xml"/><Relationship Id="rId5" Type="http://schemas.openxmlformats.org/officeDocument/2006/relationships/image" Target="../media/image35.png"/><Relationship Id="rId15" Type="http://schemas.openxmlformats.org/officeDocument/2006/relationships/image" Target="../media/image40.png"/><Relationship Id="rId10" Type="http://schemas.openxmlformats.org/officeDocument/2006/relationships/image" Target="../media/image37.png"/><Relationship Id="rId19" Type="http://schemas.openxmlformats.org/officeDocument/2006/relationships/image" Target="../media/image43.png"/><Relationship Id="rId4" Type="http://schemas.openxmlformats.org/officeDocument/2006/relationships/customXml" Target="../ink/ink1.xml"/><Relationship Id="rId9" Type="http://schemas.openxmlformats.org/officeDocument/2006/relationships/customXml" Target="../ink/ink4.xml"/><Relationship Id="rId1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microsoft.com/office/2007/relationships/hdphoto" Target="../media/hdphoto6.wdp"/><Relationship Id="rId4" Type="http://schemas.openxmlformats.org/officeDocument/2006/relationships/image" Target="../media/image52.png"/><Relationship Id="rId9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7.wdp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jpeg"/><Relationship Id="rId3" Type="http://schemas.microsoft.com/office/2007/relationships/hdphoto" Target="../media/hdphoto8.wdp"/><Relationship Id="rId7" Type="http://schemas.openxmlformats.org/officeDocument/2006/relationships/image" Target="../media/image7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109">
            <a:extLst>
              <a:ext uri="{FF2B5EF4-FFF2-40B4-BE49-F238E27FC236}">
                <a16:creationId xmlns:a16="http://schemas.microsoft.com/office/drawing/2014/main" id="{4FE6BECF-578D-3F23-7CE1-E4D376182765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83383" t="50000" r="671" b="1"/>
          <a:stretch/>
        </p:blipFill>
        <p:spPr>
          <a:xfrm>
            <a:off x="10084292" y="1904998"/>
            <a:ext cx="1904999" cy="1904972"/>
          </a:xfrm>
          <a:prstGeom prst="rect">
            <a:avLst/>
          </a:prstGeom>
          <a:ln>
            <a:noFill/>
          </a:ln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72B5A09-3313-6D20-9097-A8F568020E5B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66971" t="50000" r="17084" b="1"/>
          <a:stretch/>
        </p:blipFill>
        <p:spPr>
          <a:xfrm>
            <a:off x="8123480" y="1904998"/>
            <a:ext cx="1905001" cy="1904972"/>
          </a:xfrm>
          <a:prstGeom prst="rect">
            <a:avLst/>
          </a:prstGeom>
          <a:ln>
            <a:noFill/>
          </a:ln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BE59C6C1-37DB-F0CF-C9D9-FFA9AB5E1A65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50057" t="50500" r="33998" b="-499"/>
          <a:stretch/>
        </p:blipFill>
        <p:spPr>
          <a:xfrm>
            <a:off x="6102849" y="1924042"/>
            <a:ext cx="1905000" cy="1904972"/>
          </a:xfrm>
          <a:prstGeom prst="rect">
            <a:avLst/>
          </a:prstGeom>
          <a:ln>
            <a:noFill/>
          </a:ln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26EB18D6-4C79-511B-CD2B-4CAFA1794E4B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33645" t="50000" r="50512"/>
          <a:stretch/>
        </p:blipFill>
        <p:spPr>
          <a:xfrm>
            <a:off x="4142036" y="1904998"/>
            <a:ext cx="1892799" cy="1905001"/>
          </a:xfrm>
          <a:prstGeom prst="rect">
            <a:avLst/>
          </a:prstGeom>
          <a:ln>
            <a:noFill/>
          </a:ln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E8161923-5BAB-883A-D567-E44EEC103867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16880" t="50500" r="67073" b="-499"/>
          <a:stretch/>
        </p:blipFill>
        <p:spPr>
          <a:xfrm>
            <a:off x="2139114" y="1924043"/>
            <a:ext cx="1917202" cy="1904973"/>
          </a:xfrm>
          <a:prstGeom prst="rect">
            <a:avLst/>
          </a:prstGeom>
          <a:ln>
            <a:noFill/>
          </a:ln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0400A005-3C86-6711-D404-5E2247481943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319" t="50500" r="83736" b="-500"/>
          <a:stretch/>
        </p:blipFill>
        <p:spPr>
          <a:xfrm>
            <a:off x="160588" y="1924044"/>
            <a:ext cx="1905001" cy="1905000"/>
          </a:xfrm>
          <a:prstGeom prst="rect">
            <a:avLst/>
          </a:prstGeom>
          <a:ln>
            <a:noFill/>
          </a:ln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40ECB21F-30B7-6A53-84F0-3857D93641B3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83486" t="500" r="569" b="49500"/>
          <a:stretch/>
        </p:blipFill>
        <p:spPr>
          <a:xfrm>
            <a:off x="10096496" y="19045"/>
            <a:ext cx="1905000" cy="1905000"/>
          </a:xfrm>
          <a:prstGeom prst="rect">
            <a:avLst/>
          </a:prstGeom>
          <a:ln>
            <a:noFill/>
          </a:ln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C64F173C-1BC6-3218-1B10-DBB68FEAE7C4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67073" t="500" r="16981" b="49500"/>
          <a:stretch/>
        </p:blipFill>
        <p:spPr>
          <a:xfrm>
            <a:off x="8135686" y="19045"/>
            <a:ext cx="1904999" cy="1905000"/>
          </a:xfrm>
          <a:prstGeom prst="rect">
            <a:avLst/>
          </a:prstGeom>
          <a:ln>
            <a:noFill/>
          </a:ln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9BCC6A97-FB95-62DB-29B0-45C4E3B64F2C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50308" t="500" r="33747" b="49500"/>
          <a:stretch/>
        </p:blipFill>
        <p:spPr>
          <a:xfrm>
            <a:off x="6132760" y="19045"/>
            <a:ext cx="1905001" cy="1905000"/>
          </a:xfrm>
          <a:prstGeom prst="rect">
            <a:avLst/>
          </a:prstGeom>
          <a:ln>
            <a:noFill/>
          </a:ln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3ABC0CB6-4CAF-163E-46F2-2B0512054F1E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33645" t="500" r="50410" b="49500"/>
          <a:stretch/>
        </p:blipFill>
        <p:spPr>
          <a:xfrm>
            <a:off x="4142038" y="19045"/>
            <a:ext cx="1905001" cy="1905000"/>
          </a:xfrm>
          <a:prstGeom prst="rect">
            <a:avLst/>
          </a:prstGeom>
          <a:ln>
            <a:noFill/>
          </a:ln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3F7F4DE9-788D-550C-F327-9D5B7128987E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16982" t="500" r="67072" b="49500"/>
          <a:stretch/>
        </p:blipFill>
        <p:spPr>
          <a:xfrm>
            <a:off x="2151314" y="19045"/>
            <a:ext cx="1905001" cy="1905000"/>
          </a:xfrm>
          <a:prstGeom prst="rect">
            <a:avLst/>
          </a:prstGeom>
          <a:ln>
            <a:noFill/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4744CBB-9845-AB1C-612B-9F44524392F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2490" y="-4590683"/>
            <a:ext cx="11947020" cy="3810000"/>
          </a:xfrm>
          <a:prstGeom prst="rect">
            <a:avLst/>
          </a:prstGeom>
          <a:ln>
            <a:noFill/>
          </a:ln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420A7E58-D38B-A95B-D479-DD6DE4DE95DC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319" t="500" r="83736" b="49500"/>
          <a:stretch/>
        </p:blipFill>
        <p:spPr>
          <a:xfrm>
            <a:off x="160590" y="19050"/>
            <a:ext cx="1905000" cy="1905000"/>
          </a:xfrm>
          <a:prstGeom prst="rect">
            <a:avLst/>
          </a:prstGeom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B2553A6-263B-0647-9E6D-AE4638DAF9FF}"/>
              </a:ext>
            </a:extLst>
          </p:cNvPr>
          <p:cNvGrpSpPr/>
          <p:nvPr/>
        </p:nvGrpSpPr>
        <p:grpSpPr>
          <a:xfrm>
            <a:off x="8885032" y="3657226"/>
            <a:ext cx="1905000" cy="1905000"/>
            <a:chOff x="8885032" y="3657226"/>
            <a:chExt cx="1905000" cy="19050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7E52569-CE72-2174-9645-D347027FE2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85032" y="3657226"/>
              <a:ext cx="1905000" cy="1905000"/>
            </a:xfrm>
            <a:prstGeom prst="rect">
              <a:avLst/>
            </a:prstGeom>
            <a:solidFill>
              <a:srgbClr val="DDDDDD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E99E88E-BCE6-08BC-9464-B1141D8277A2}"/>
                </a:ext>
              </a:extLst>
            </p:cNvPr>
            <p:cNvCxnSpPr>
              <a:stCxn id="62" idx="1"/>
              <a:endCxn id="62" idx="3"/>
            </p:cNvCxnSpPr>
            <p:nvPr/>
          </p:nvCxnSpPr>
          <p:spPr>
            <a:xfrm>
              <a:off x="8885032" y="4609726"/>
              <a:ext cx="1905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301BD9D-8B0E-0EBE-347A-72FD46FAB8AA}"/>
                </a:ext>
              </a:extLst>
            </p:cNvPr>
            <p:cNvCxnSpPr>
              <a:stCxn id="62" idx="0"/>
              <a:endCxn id="62" idx="2"/>
            </p:cNvCxnSpPr>
            <p:nvPr/>
          </p:nvCxnSpPr>
          <p:spPr>
            <a:xfrm>
              <a:off x="9837532" y="3657226"/>
              <a:ext cx="0" cy="1905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0259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 descr="A black and brown squares&#10;&#10;Description automatically generated">
            <a:extLst>
              <a:ext uri="{FF2B5EF4-FFF2-40B4-BE49-F238E27FC236}">
                <a16:creationId xmlns:a16="http://schemas.microsoft.com/office/drawing/2014/main" id="{3DAD1444-32A5-F9D1-C0AB-ECC6BAC2C045}"/>
              </a:ext>
            </a:extLst>
          </p:cNvPr>
          <p:cNvPicPr>
            <a:picLocks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00" y="-1583949"/>
            <a:ext cx="1560457" cy="1556445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0A5D914-6BF8-8717-E4E4-4A7E0C37FA8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617" y="501951"/>
            <a:ext cx="2491200" cy="2491200"/>
          </a:xfrm>
          <a:prstGeom prst="rect">
            <a:avLst/>
          </a:prstGeom>
        </p:spPr>
      </p:pic>
      <p:pic>
        <p:nvPicPr>
          <p:cNvPr id="58" name="Picture 5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1B2DB07-2053-0FBC-DAB1-91074D5B03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5412" y="177675"/>
            <a:ext cx="1269089" cy="1269089"/>
          </a:xfrm>
          <a:prstGeom prst="rect">
            <a:avLst/>
          </a:prstGeom>
        </p:spPr>
      </p:pic>
      <p:pic>
        <p:nvPicPr>
          <p:cNvPr id="59" name="Picture 5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4D445D-63D1-D8BB-B791-A9BE1F1A8F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280" y="177675"/>
            <a:ext cx="1269089" cy="1269089"/>
          </a:xfrm>
          <a:prstGeom prst="rect">
            <a:avLst/>
          </a:prstGeom>
        </p:spPr>
      </p:pic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ECC8332E-9EB1-C3E8-EC1F-A5FE1F680489}"/>
              </a:ext>
            </a:extLst>
          </p:cNvPr>
          <p:cNvSpPr/>
          <p:nvPr/>
        </p:nvSpPr>
        <p:spPr>
          <a:xfrm rot="5400000">
            <a:off x="11114920" y="655441"/>
            <a:ext cx="393807" cy="31355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DAD591F2-CCDA-E8C8-377C-3A003B761A6A}"/>
              </a:ext>
            </a:extLst>
          </p:cNvPr>
          <p:cNvSpPr/>
          <p:nvPr/>
        </p:nvSpPr>
        <p:spPr>
          <a:xfrm rot="16200000">
            <a:off x="9840290" y="655441"/>
            <a:ext cx="393807" cy="31355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9" name="Picture 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017B10F-80B5-A9A8-4CDA-09CEB7C3EE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39072" y="1875218"/>
            <a:ext cx="1269089" cy="1269089"/>
          </a:xfrm>
          <a:custGeom>
            <a:avLst/>
            <a:gdLst>
              <a:gd name="connsiteX0" fmla="*/ 634544 w 1269089"/>
              <a:gd name="connsiteY0" fmla="*/ 300031 h 1269089"/>
              <a:gd name="connsiteX1" fmla="*/ 466936 w 1269089"/>
              <a:gd name="connsiteY1" fmla="*/ 455395 h 1269089"/>
              <a:gd name="connsiteX2" fmla="*/ 634544 w 1269089"/>
              <a:gd name="connsiteY2" fmla="*/ 610759 h 1269089"/>
              <a:gd name="connsiteX3" fmla="*/ 634544 w 1269089"/>
              <a:gd name="connsiteY3" fmla="*/ 486034 h 1269089"/>
              <a:gd name="connsiteX4" fmla="*/ 687582 w 1269089"/>
              <a:gd name="connsiteY4" fmla="*/ 493596 h 1269089"/>
              <a:gd name="connsiteX5" fmla="*/ 803741 w 1269089"/>
              <a:gd name="connsiteY5" fmla="*/ 595965 h 1269089"/>
              <a:gd name="connsiteX6" fmla="*/ 762627 w 1269089"/>
              <a:gd name="connsiteY6" fmla="*/ 795145 h 1269089"/>
              <a:gd name="connsiteX7" fmla="*/ 564102 w 1269089"/>
              <a:gd name="connsiteY7" fmla="*/ 832393 h 1269089"/>
              <a:gd name="connsiteX8" fmla="*/ 450887 w 1269089"/>
              <a:gd name="connsiteY8" fmla="*/ 663878 h 1269089"/>
              <a:gd name="connsiteX9" fmla="*/ 393411 w 1269089"/>
              <a:gd name="connsiteY9" fmla="*/ 663199 h 1269089"/>
              <a:gd name="connsiteX10" fmla="*/ 541685 w 1269089"/>
              <a:gd name="connsiteY10" fmla="*/ 885326 h 1269089"/>
              <a:gd name="connsiteX11" fmla="*/ 803114 w 1269089"/>
              <a:gd name="connsiteY11" fmla="*/ 835955 h 1269089"/>
              <a:gd name="connsiteX12" fmla="*/ 856847 w 1269089"/>
              <a:gd name="connsiteY12" fmla="*/ 573969 h 1269089"/>
              <a:gd name="connsiteX13" fmla="*/ 704276 w 1269089"/>
              <a:gd name="connsiteY13" fmla="*/ 438592 h 1269089"/>
              <a:gd name="connsiteX14" fmla="*/ 634544 w 1269089"/>
              <a:gd name="connsiteY14" fmla="*/ 428590 h 1269089"/>
              <a:gd name="connsiteX15" fmla="*/ 0 w 1269089"/>
              <a:gd name="connsiteY15" fmla="*/ 0 h 1269089"/>
              <a:gd name="connsiteX16" fmla="*/ 1269089 w 1269089"/>
              <a:gd name="connsiteY16" fmla="*/ 0 h 1269089"/>
              <a:gd name="connsiteX17" fmla="*/ 1269089 w 1269089"/>
              <a:gd name="connsiteY17" fmla="*/ 1269089 h 1269089"/>
              <a:gd name="connsiteX18" fmla="*/ 0 w 1269089"/>
              <a:gd name="connsiteY18" fmla="*/ 1269089 h 1269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69089" h="1269089">
                <a:moveTo>
                  <a:pt x="634544" y="300031"/>
                </a:moveTo>
                <a:lnTo>
                  <a:pt x="466936" y="455395"/>
                </a:lnTo>
                <a:lnTo>
                  <a:pt x="634544" y="610759"/>
                </a:lnTo>
                <a:lnTo>
                  <a:pt x="634544" y="486034"/>
                </a:lnTo>
                <a:lnTo>
                  <a:pt x="687582" y="493596"/>
                </a:lnTo>
                <a:cubicBezTo>
                  <a:pt x="739030" y="508818"/>
                  <a:pt x="782122" y="545773"/>
                  <a:pt x="803741" y="595965"/>
                </a:cubicBezTo>
                <a:cubicBezTo>
                  <a:pt x="833185" y="664325"/>
                  <a:pt x="816863" y="743397"/>
                  <a:pt x="762627" y="795145"/>
                </a:cubicBezTo>
                <a:cubicBezTo>
                  <a:pt x="709995" y="845363"/>
                  <a:pt x="631920" y="860012"/>
                  <a:pt x="564102" y="832393"/>
                </a:cubicBezTo>
                <a:cubicBezTo>
                  <a:pt x="494806" y="804172"/>
                  <a:pt x="449982" y="737454"/>
                  <a:pt x="450887" y="663878"/>
                </a:cubicBezTo>
                <a:lnTo>
                  <a:pt x="393411" y="663199"/>
                </a:lnTo>
                <a:cubicBezTo>
                  <a:pt x="392230" y="760107"/>
                  <a:pt x="450906" y="848008"/>
                  <a:pt x="541685" y="885326"/>
                </a:cubicBezTo>
                <a:cubicBezTo>
                  <a:pt x="630989" y="922039"/>
                  <a:pt x="733917" y="902600"/>
                  <a:pt x="803114" y="835955"/>
                </a:cubicBezTo>
                <a:cubicBezTo>
                  <a:pt x="873907" y="767772"/>
                  <a:pt x="895214" y="663886"/>
                  <a:pt x="856847" y="573969"/>
                </a:cubicBezTo>
                <a:cubicBezTo>
                  <a:pt x="828532" y="507611"/>
                  <a:pt x="771912" y="458728"/>
                  <a:pt x="704276" y="438592"/>
                </a:cubicBezTo>
                <a:lnTo>
                  <a:pt x="634544" y="428590"/>
                </a:lnTo>
                <a:close/>
                <a:moveTo>
                  <a:pt x="0" y="0"/>
                </a:moveTo>
                <a:lnTo>
                  <a:pt x="1269089" y="0"/>
                </a:lnTo>
                <a:lnTo>
                  <a:pt x="1269089" y="1269089"/>
                </a:lnTo>
                <a:lnTo>
                  <a:pt x="0" y="1269089"/>
                </a:lnTo>
                <a:close/>
              </a:path>
            </a:pathLst>
          </a:custGeom>
        </p:spPr>
      </p:pic>
      <p:pic>
        <p:nvPicPr>
          <p:cNvPr id="72" name="Picture 7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F90CBC3-2755-227E-9A69-347CE0C1EF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08159" y="1875217"/>
            <a:ext cx="1269089" cy="1269089"/>
          </a:xfrm>
          <a:custGeom>
            <a:avLst/>
            <a:gdLst>
              <a:gd name="connsiteX0" fmla="*/ 788559 w 1269089"/>
              <a:gd name="connsiteY0" fmla="*/ 437641 h 1269089"/>
              <a:gd name="connsiteX1" fmla="*/ 475003 w 1269089"/>
              <a:gd name="connsiteY1" fmla="*/ 634544 h 1269089"/>
              <a:gd name="connsiteX2" fmla="*/ 788559 w 1269089"/>
              <a:gd name="connsiteY2" fmla="*/ 831448 h 1269089"/>
              <a:gd name="connsiteX3" fmla="*/ 0 w 1269089"/>
              <a:gd name="connsiteY3" fmla="*/ 0 h 1269089"/>
              <a:gd name="connsiteX4" fmla="*/ 1269089 w 1269089"/>
              <a:gd name="connsiteY4" fmla="*/ 0 h 1269089"/>
              <a:gd name="connsiteX5" fmla="*/ 1269089 w 1269089"/>
              <a:gd name="connsiteY5" fmla="*/ 1269089 h 1269089"/>
              <a:gd name="connsiteX6" fmla="*/ 0 w 1269089"/>
              <a:gd name="connsiteY6" fmla="*/ 1269089 h 1269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9089" h="1269089">
                <a:moveTo>
                  <a:pt x="788559" y="437641"/>
                </a:moveTo>
                <a:lnTo>
                  <a:pt x="475003" y="634544"/>
                </a:lnTo>
                <a:lnTo>
                  <a:pt x="788559" y="831448"/>
                </a:lnTo>
                <a:close/>
                <a:moveTo>
                  <a:pt x="0" y="0"/>
                </a:moveTo>
                <a:lnTo>
                  <a:pt x="1269089" y="0"/>
                </a:lnTo>
                <a:lnTo>
                  <a:pt x="1269089" y="1269089"/>
                </a:lnTo>
                <a:lnTo>
                  <a:pt x="0" y="1269089"/>
                </a:lnTo>
                <a:close/>
              </a:path>
            </a:pathLst>
          </a:custGeom>
        </p:spPr>
      </p:pic>
      <p:pic>
        <p:nvPicPr>
          <p:cNvPr id="71" name="Picture 7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740949-BEB4-EB39-945F-5246E8E042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74501" y="1875217"/>
            <a:ext cx="1269089" cy="1269089"/>
          </a:xfrm>
          <a:custGeom>
            <a:avLst/>
            <a:gdLst>
              <a:gd name="connsiteX0" fmla="*/ 477765 w 1269089"/>
              <a:gd name="connsiteY0" fmla="*/ 437641 h 1269089"/>
              <a:gd name="connsiteX1" fmla="*/ 477765 w 1269089"/>
              <a:gd name="connsiteY1" fmla="*/ 831448 h 1269089"/>
              <a:gd name="connsiteX2" fmla="*/ 791321 w 1269089"/>
              <a:gd name="connsiteY2" fmla="*/ 634545 h 1269089"/>
              <a:gd name="connsiteX3" fmla="*/ 0 w 1269089"/>
              <a:gd name="connsiteY3" fmla="*/ 0 h 1269089"/>
              <a:gd name="connsiteX4" fmla="*/ 1269089 w 1269089"/>
              <a:gd name="connsiteY4" fmla="*/ 0 h 1269089"/>
              <a:gd name="connsiteX5" fmla="*/ 1269089 w 1269089"/>
              <a:gd name="connsiteY5" fmla="*/ 1269089 h 1269089"/>
              <a:gd name="connsiteX6" fmla="*/ 0 w 1269089"/>
              <a:gd name="connsiteY6" fmla="*/ 1269089 h 1269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9089" h="1269089">
                <a:moveTo>
                  <a:pt x="477765" y="437641"/>
                </a:moveTo>
                <a:lnTo>
                  <a:pt x="477765" y="831448"/>
                </a:lnTo>
                <a:lnTo>
                  <a:pt x="791321" y="634545"/>
                </a:lnTo>
                <a:close/>
                <a:moveTo>
                  <a:pt x="0" y="0"/>
                </a:moveTo>
                <a:lnTo>
                  <a:pt x="1269089" y="0"/>
                </a:lnTo>
                <a:lnTo>
                  <a:pt x="1269089" y="1269089"/>
                </a:lnTo>
                <a:lnTo>
                  <a:pt x="0" y="1269089"/>
                </a:lnTo>
                <a:close/>
              </a:path>
            </a:pathLst>
          </a:custGeom>
        </p:spPr>
      </p:pic>
      <p:pic>
        <p:nvPicPr>
          <p:cNvPr id="94" name="Picture 9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2CE03DE-3816-B3DD-73F2-FFCC38A324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544" y="177675"/>
            <a:ext cx="1269089" cy="1269089"/>
          </a:xfrm>
          <a:prstGeom prst="rect">
            <a:avLst/>
          </a:prstGeom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4A248C50-F0EE-DB21-81C6-67B48D07F885}"/>
              </a:ext>
            </a:extLst>
          </p:cNvPr>
          <p:cNvGrpSpPr/>
          <p:nvPr/>
        </p:nvGrpSpPr>
        <p:grpSpPr>
          <a:xfrm>
            <a:off x="8526938" y="477706"/>
            <a:ext cx="482300" cy="603615"/>
            <a:chOff x="7266156" y="3729032"/>
            <a:chExt cx="482300" cy="603615"/>
          </a:xfrm>
        </p:grpSpPr>
        <p:sp>
          <p:nvSpPr>
            <p:cNvPr id="96" name="Block Arc 95">
              <a:extLst>
                <a:ext uri="{FF2B5EF4-FFF2-40B4-BE49-F238E27FC236}">
                  <a16:creationId xmlns:a16="http://schemas.microsoft.com/office/drawing/2014/main" id="{D611FC4B-3A44-21BA-AFE4-F115E46A17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66156" y="3857454"/>
              <a:ext cx="482300" cy="475193"/>
            </a:xfrm>
            <a:prstGeom prst="blockArc">
              <a:avLst>
                <a:gd name="adj1" fmla="val 16186447"/>
                <a:gd name="adj2" fmla="val 10840644"/>
                <a:gd name="adj3" fmla="val 12096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7" name="Isosceles Triangle 96">
              <a:extLst>
                <a:ext uri="{FF2B5EF4-FFF2-40B4-BE49-F238E27FC236}">
                  <a16:creationId xmlns:a16="http://schemas.microsoft.com/office/drawing/2014/main" id="{37B29F5E-9A5B-112E-9E45-031E23BDE968}"/>
                </a:ext>
              </a:extLst>
            </p:cNvPr>
            <p:cNvSpPr/>
            <p:nvPr/>
          </p:nvSpPr>
          <p:spPr>
            <a:xfrm rot="16200000">
              <a:off x="7268138" y="3800592"/>
              <a:ext cx="310728" cy="167608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40A3F24-AE7E-86E8-D246-BE804DEC410E}"/>
              </a:ext>
            </a:extLst>
          </p:cNvPr>
          <p:cNvGrpSpPr/>
          <p:nvPr/>
        </p:nvGrpSpPr>
        <p:grpSpPr>
          <a:xfrm>
            <a:off x="3132435" y="-202865"/>
            <a:ext cx="2609697" cy="2609697"/>
            <a:chOff x="4051694" y="3190875"/>
            <a:chExt cx="2609697" cy="2609697"/>
          </a:xfrm>
        </p:grpSpPr>
        <p:pic>
          <p:nvPicPr>
            <p:cNvPr id="111" name="Picture 11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7892A335-095D-BC35-A0BF-840C01D94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051694" y="3190875"/>
              <a:ext cx="2609697" cy="2609697"/>
            </a:xfrm>
            <a:custGeom>
              <a:avLst/>
              <a:gdLst>
                <a:gd name="connsiteX0" fmla="*/ 833173 w 2609697"/>
                <a:gd name="connsiteY0" fmla="*/ 1274893 h 2609697"/>
                <a:gd name="connsiteX1" fmla="*/ 223580 w 2609697"/>
                <a:gd name="connsiteY1" fmla="*/ 1884486 h 2609697"/>
                <a:gd name="connsiteX2" fmla="*/ 322017 w 2609697"/>
                <a:gd name="connsiteY2" fmla="*/ 2287719 h 2609697"/>
                <a:gd name="connsiteX3" fmla="*/ 725250 w 2609697"/>
                <a:gd name="connsiteY3" fmla="*/ 2386155 h 2609697"/>
                <a:gd name="connsiteX4" fmla="*/ 1334843 w 2609697"/>
                <a:gd name="connsiteY4" fmla="*/ 1776563 h 2609697"/>
                <a:gd name="connsiteX5" fmla="*/ 1726341 w 2609697"/>
                <a:gd name="connsiteY5" fmla="*/ 380010 h 2609697"/>
                <a:gd name="connsiteX6" fmla="*/ 840395 w 2609697"/>
                <a:gd name="connsiteY6" fmla="*/ 1265957 h 2609697"/>
                <a:gd name="connsiteX7" fmla="*/ 1342064 w 2609697"/>
                <a:gd name="connsiteY7" fmla="*/ 1767626 h 2609697"/>
                <a:gd name="connsiteX8" fmla="*/ 2228011 w 2609697"/>
                <a:gd name="connsiteY8" fmla="*/ 881679 h 2609697"/>
                <a:gd name="connsiteX9" fmla="*/ 2198663 w 2609697"/>
                <a:gd name="connsiteY9" fmla="*/ 409358 h 2609697"/>
                <a:gd name="connsiteX10" fmla="*/ 0 w 2609697"/>
                <a:gd name="connsiteY10" fmla="*/ 0 h 2609697"/>
                <a:gd name="connsiteX11" fmla="*/ 2609697 w 2609697"/>
                <a:gd name="connsiteY11" fmla="*/ 0 h 2609697"/>
                <a:gd name="connsiteX12" fmla="*/ 2609697 w 2609697"/>
                <a:gd name="connsiteY12" fmla="*/ 2609697 h 2609697"/>
                <a:gd name="connsiteX13" fmla="*/ 0 w 2609697"/>
                <a:gd name="connsiteY13" fmla="*/ 2609697 h 2609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9697" h="2609697">
                  <a:moveTo>
                    <a:pt x="833173" y="1274893"/>
                  </a:moveTo>
                  <a:lnTo>
                    <a:pt x="223580" y="1884486"/>
                  </a:lnTo>
                  <a:lnTo>
                    <a:pt x="322017" y="2287719"/>
                  </a:lnTo>
                  <a:lnTo>
                    <a:pt x="725250" y="2386155"/>
                  </a:lnTo>
                  <a:lnTo>
                    <a:pt x="1334843" y="1776563"/>
                  </a:lnTo>
                  <a:close/>
                  <a:moveTo>
                    <a:pt x="1726341" y="380010"/>
                  </a:moveTo>
                  <a:lnTo>
                    <a:pt x="840395" y="1265957"/>
                  </a:lnTo>
                  <a:lnTo>
                    <a:pt x="1342064" y="1767626"/>
                  </a:lnTo>
                  <a:lnTo>
                    <a:pt x="2228011" y="881679"/>
                  </a:lnTo>
                  <a:lnTo>
                    <a:pt x="2198663" y="409358"/>
                  </a:lnTo>
                  <a:close/>
                  <a:moveTo>
                    <a:pt x="0" y="0"/>
                  </a:moveTo>
                  <a:lnTo>
                    <a:pt x="2609697" y="0"/>
                  </a:lnTo>
                  <a:lnTo>
                    <a:pt x="2609697" y="2609697"/>
                  </a:lnTo>
                  <a:lnTo>
                    <a:pt x="0" y="2609697"/>
                  </a:lnTo>
                  <a:close/>
                </a:path>
              </a:pathLst>
            </a:custGeom>
          </p:spPr>
        </p:pic>
        <p:pic>
          <p:nvPicPr>
            <p:cNvPr id="103" name="Picture 10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2743044F-3DF0-4978-DF5F-913C31EAD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1694" y="4408596"/>
              <a:ext cx="1391976" cy="1391976"/>
            </a:xfrm>
            <a:prstGeom prst="rect">
              <a:avLst/>
            </a:prstGeom>
          </p:spPr>
        </p:pic>
        <p:pic>
          <p:nvPicPr>
            <p:cNvPr id="110" name="Picture 10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3A9DD78B-5879-DD88-1A2D-CBAA06CE8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4">
                  <a:shade val="45000"/>
                  <a:satMod val="135000"/>
                </a:schemeClr>
                <a:prstClr val="white"/>
              </a:duoton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85" t="14744" r="14443" b="32084"/>
            <a:stretch>
              <a:fillRect/>
            </a:stretch>
          </p:blipFill>
          <p:spPr>
            <a:xfrm>
              <a:off x="4867154" y="3526754"/>
              <a:ext cx="1458000" cy="1458000"/>
            </a:xfrm>
            <a:custGeom>
              <a:avLst/>
              <a:gdLst>
                <a:gd name="connsiteX0" fmla="*/ 885946 w 1387616"/>
                <a:gd name="connsiteY0" fmla="*/ 0 h 1387616"/>
                <a:gd name="connsiteX1" fmla="*/ 1358268 w 1387616"/>
                <a:gd name="connsiteY1" fmla="*/ 29348 h 1387616"/>
                <a:gd name="connsiteX2" fmla="*/ 1387616 w 1387616"/>
                <a:gd name="connsiteY2" fmla="*/ 501670 h 1387616"/>
                <a:gd name="connsiteX3" fmla="*/ 501669 w 1387616"/>
                <a:gd name="connsiteY3" fmla="*/ 1387616 h 1387616"/>
                <a:gd name="connsiteX4" fmla="*/ 0 w 1387616"/>
                <a:gd name="connsiteY4" fmla="*/ 885947 h 1387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7616" h="1387616">
                  <a:moveTo>
                    <a:pt x="885946" y="0"/>
                  </a:moveTo>
                  <a:lnTo>
                    <a:pt x="1358268" y="29348"/>
                  </a:lnTo>
                  <a:lnTo>
                    <a:pt x="1387616" y="501670"/>
                  </a:lnTo>
                  <a:lnTo>
                    <a:pt x="501669" y="1387616"/>
                  </a:lnTo>
                  <a:lnTo>
                    <a:pt x="0" y="885947"/>
                  </a:lnTo>
                  <a:close/>
                </a:path>
              </a:pathLst>
            </a:custGeom>
          </p:spPr>
        </p:pic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95B84C1-5748-AD5C-0744-D7CAE8EA2D44}"/>
              </a:ext>
            </a:extLst>
          </p:cNvPr>
          <p:cNvGrpSpPr/>
          <p:nvPr/>
        </p:nvGrpSpPr>
        <p:grpSpPr>
          <a:xfrm>
            <a:off x="125924" y="-202865"/>
            <a:ext cx="2777656" cy="2781667"/>
            <a:chOff x="125924" y="-202865"/>
            <a:chExt cx="2777656" cy="2781667"/>
          </a:xfrm>
        </p:grpSpPr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0D596B8B-6A3F-986D-E7A4-192BFD8DED22}"/>
                </a:ext>
              </a:extLst>
            </p:cNvPr>
            <p:cNvGrpSpPr/>
            <p:nvPr/>
          </p:nvGrpSpPr>
          <p:grpSpPr>
            <a:xfrm>
              <a:off x="125924" y="302717"/>
              <a:ext cx="2269133" cy="2276085"/>
              <a:chOff x="125924" y="302717"/>
              <a:chExt cx="2269133" cy="2276085"/>
            </a:xfrm>
          </p:grpSpPr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7F045C83-A6EF-AF7A-0DAC-A52BFFA0207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520257" y="302717"/>
                <a:ext cx="874800" cy="874800"/>
                <a:chOff x="1513907" y="293192"/>
                <a:chExt cx="880624" cy="889372"/>
              </a:xfrm>
            </p:grpSpPr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BE210FEA-8DFD-C29C-0897-A8B9C6486C2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73386" y="293192"/>
                  <a:ext cx="221145" cy="222304"/>
                </a:xfrm>
                <a:prstGeom prst="rect">
                  <a:avLst/>
                </a:prstGeom>
                <a:solidFill>
                  <a:srgbClr val="D3960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grpSp>
              <p:nvGrpSpPr>
                <p:cNvPr id="125" name="Group 124">
                  <a:extLst>
                    <a:ext uri="{FF2B5EF4-FFF2-40B4-BE49-F238E27FC236}">
                      <a16:creationId xmlns:a16="http://schemas.microsoft.com/office/drawing/2014/main" id="{D0FE8A1E-F816-7E3B-2474-900B94D64ED4}"/>
                    </a:ext>
                  </a:extLst>
                </p:cNvPr>
                <p:cNvGrpSpPr/>
                <p:nvPr/>
              </p:nvGrpSpPr>
              <p:grpSpPr>
                <a:xfrm>
                  <a:off x="1513907" y="293350"/>
                  <a:ext cx="880624" cy="889214"/>
                  <a:chOff x="1512409" y="288124"/>
                  <a:chExt cx="895100" cy="899120"/>
                </a:xfrm>
                <a:solidFill>
                  <a:srgbClr val="D39603"/>
                </a:solidFill>
              </p:grpSpPr>
              <p:sp>
                <p:nvSpPr>
                  <p:cNvPr id="113" name="Rectangle 112">
                    <a:extLst>
                      <a:ext uri="{FF2B5EF4-FFF2-40B4-BE49-F238E27FC236}">
                        <a16:creationId xmlns:a16="http://schemas.microsoft.com/office/drawing/2014/main" id="{4E9CC605-097F-2C6B-1D99-A7A78FDEABF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82729" y="737684"/>
                    <a:ext cx="224780" cy="2247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115" name="Rectangle 114">
                    <a:extLst>
                      <a:ext uri="{FF2B5EF4-FFF2-40B4-BE49-F238E27FC236}">
                        <a16:creationId xmlns:a16="http://schemas.microsoft.com/office/drawing/2014/main" id="{4C1FCF62-B04C-4240-B2B9-DE27CEF1E41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956364" y="512904"/>
                    <a:ext cx="224780" cy="2247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117" name="Rectangle 116">
                    <a:extLst>
                      <a:ext uri="{FF2B5EF4-FFF2-40B4-BE49-F238E27FC236}">
                        <a16:creationId xmlns:a16="http://schemas.microsoft.com/office/drawing/2014/main" id="{9D5C064B-B396-429B-2C52-A8050348CBF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733849" y="288124"/>
                    <a:ext cx="224780" cy="2247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122" name="Rectangle 121">
                    <a:extLst>
                      <a:ext uri="{FF2B5EF4-FFF2-40B4-BE49-F238E27FC236}">
                        <a16:creationId xmlns:a16="http://schemas.microsoft.com/office/drawing/2014/main" id="{B1EEA9DE-226D-0FAD-A036-FE138B2ACF2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961289" y="962464"/>
                    <a:ext cx="224780" cy="2247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123" name="Rectangle 122">
                    <a:extLst>
                      <a:ext uri="{FF2B5EF4-FFF2-40B4-BE49-F238E27FC236}">
                        <a16:creationId xmlns:a16="http://schemas.microsoft.com/office/drawing/2014/main" id="{B8D761C7-1A3F-7CF3-CFAE-FD49BB36D63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734924" y="737684"/>
                    <a:ext cx="224780" cy="2247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124" name="Rectangle 123">
                    <a:extLst>
                      <a:ext uri="{FF2B5EF4-FFF2-40B4-BE49-F238E27FC236}">
                        <a16:creationId xmlns:a16="http://schemas.microsoft.com/office/drawing/2014/main" id="{155B5671-C827-F9E5-F30C-69835FEE809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12409" y="512904"/>
                    <a:ext cx="224780" cy="2247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</p:grpSp>
          </p:grp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D1488C60-E6C8-AA57-5394-3C36F48E0162}"/>
                  </a:ext>
                </a:extLst>
              </p:cNvPr>
              <p:cNvGrpSpPr/>
              <p:nvPr/>
            </p:nvGrpSpPr>
            <p:grpSpPr>
              <a:xfrm>
                <a:off x="858919" y="744535"/>
                <a:ext cx="1095994" cy="1098828"/>
                <a:chOff x="846219" y="741360"/>
                <a:chExt cx="1095994" cy="1098828"/>
              </a:xfrm>
            </p:grpSpPr>
            <p:grpSp>
              <p:nvGrpSpPr>
                <p:cNvPr id="126" name="Group 125">
                  <a:extLst>
                    <a:ext uri="{FF2B5EF4-FFF2-40B4-BE49-F238E27FC236}">
                      <a16:creationId xmlns:a16="http://schemas.microsoft.com/office/drawing/2014/main" id="{A9DA8524-ABD2-A56A-18DB-23BC07C5AD5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067413" y="741360"/>
                  <a:ext cx="874800" cy="874800"/>
                  <a:chOff x="1512409" y="288124"/>
                  <a:chExt cx="895100" cy="899120"/>
                </a:xfrm>
                <a:solidFill>
                  <a:srgbClr val="D39603"/>
                </a:solidFill>
              </p:grpSpPr>
              <p:sp>
                <p:nvSpPr>
                  <p:cNvPr id="127" name="Rectangle 126">
                    <a:extLst>
                      <a:ext uri="{FF2B5EF4-FFF2-40B4-BE49-F238E27FC236}">
                        <a16:creationId xmlns:a16="http://schemas.microsoft.com/office/drawing/2014/main" id="{1687D181-A7EF-28BB-55DA-7C9454E29D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82729" y="737684"/>
                    <a:ext cx="224780" cy="2247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128" name="Rectangle 127">
                    <a:extLst>
                      <a:ext uri="{FF2B5EF4-FFF2-40B4-BE49-F238E27FC236}">
                        <a16:creationId xmlns:a16="http://schemas.microsoft.com/office/drawing/2014/main" id="{FB74C51C-7DEB-AFE9-9B6E-3F2E7CF7D51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956364" y="512904"/>
                    <a:ext cx="224780" cy="2247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129" name="Rectangle 128">
                    <a:extLst>
                      <a:ext uri="{FF2B5EF4-FFF2-40B4-BE49-F238E27FC236}">
                        <a16:creationId xmlns:a16="http://schemas.microsoft.com/office/drawing/2014/main" id="{9CB88386-1385-E73F-FEAE-FF9BE2FAF1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733849" y="288124"/>
                    <a:ext cx="224780" cy="2247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130" name="Rectangle 129">
                    <a:extLst>
                      <a:ext uri="{FF2B5EF4-FFF2-40B4-BE49-F238E27FC236}">
                        <a16:creationId xmlns:a16="http://schemas.microsoft.com/office/drawing/2014/main" id="{609DEF8A-48BF-1590-6922-06586ECD3F4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961289" y="962464"/>
                    <a:ext cx="224780" cy="2247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131" name="Rectangle 130">
                    <a:extLst>
                      <a:ext uri="{FF2B5EF4-FFF2-40B4-BE49-F238E27FC236}">
                        <a16:creationId xmlns:a16="http://schemas.microsoft.com/office/drawing/2014/main" id="{009210BB-A2C4-4262-D7F6-155E8AB3870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734924" y="737684"/>
                    <a:ext cx="224780" cy="2247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132" name="Rectangle 131">
                    <a:extLst>
                      <a:ext uri="{FF2B5EF4-FFF2-40B4-BE49-F238E27FC236}">
                        <a16:creationId xmlns:a16="http://schemas.microsoft.com/office/drawing/2014/main" id="{71BE132F-496D-5466-3645-02CE64819EE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512409" y="512904"/>
                    <a:ext cx="224780" cy="2247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</p:grp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E15BACE6-5525-5F8F-552E-543C830649B7}"/>
                    </a:ext>
                  </a:extLst>
                </p:cNvPr>
                <p:cNvGrpSpPr/>
                <p:nvPr/>
              </p:nvGrpSpPr>
              <p:grpSpPr>
                <a:xfrm>
                  <a:off x="846219" y="1173277"/>
                  <a:ext cx="662765" cy="666911"/>
                  <a:chOff x="1886249" y="440524"/>
                  <a:chExt cx="673660" cy="674340"/>
                </a:xfrm>
                <a:solidFill>
                  <a:srgbClr val="D39603"/>
                </a:solidFill>
              </p:grpSpPr>
              <p:sp>
                <p:nvSpPr>
                  <p:cNvPr id="140" name="Rectangle 139">
                    <a:extLst>
                      <a:ext uri="{FF2B5EF4-FFF2-40B4-BE49-F238E27FC236}">
                        <a16:creationId xmlns:a16="http://schemas.microsoft.com/office/drawing/2014/main" id="{6378BA66-48F7-22DE-79B7-36F8DFEFBDB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35129" y="890084"/>
                    <a:ext cx="224780" cy="2247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141" name="Rectangle 140">
                    <a:extLst>
                      <a:ext uri="{FF2B5EF4-FFF2-40B4-BE49-F238E27FC236}">
                        <a16:creationId xmlns:a16="http://schemas.microsoft.com/office/drawing/2014/main" id="{73B05770-06A2-E6F0-AF59-F6FC7A19B0A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08764" y="665304"/>
                    <a:ext cx="224780" cy="2247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  <p:sp>
                <p:nvSpPr>
                  <p:cNvPr id="142" name="Rectangle 141">
                    <a:extLst>
                      <a:ext uri="{FF2B5EF4-FFF2-40B4-BE49-F238E27FC236}">
                        <a16:creationId xmlns:a16="http://schemas.microsoft.com/office/drawing/2014/main" id="{2FE01590-6407-2F5E-2D76-CFE67423CFE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886249" y="440524"/>
                    <a:ext cx="224780" cy="2247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</p:grpSp>
          </p:grpSp>
          <p:pic>
            <p:nvPicPr>
              <p:cNvPr id="35" name="Picture 34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851547CB-C306-049E-29DF-8F488DD243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5924" y="1186826"/>
                <a:ext cx="1391976" cy="1391976"/>
              </a:xfrm>
              <a:prstGeom prst="rect">
                <a:avLst/>
              </a:prstGeom>
            </p:spPr>
          </p:pic>
        </p:grpSp>
        <p:pic>
          <p:nvPicPr>
            <p:cNvPr id="45" name="Picture 4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CF72700A-21C1-5D1D-20A1-0A2C8E8A5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artisticMarker/>
                      </a14:imgEffect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25924" y="-202865"/>
              <a:ext cx="2777656" cy="2777657"/>
            </a:xfrm>
            <a:custGeom>
              <a:avLst/>
              <a:gdLst>
                <a:gd name="connsiteX0" fmla="*/ 714955 w 2492750"/>
                <a:gd name="connsiteY0" fmla="*/ 1320422 h 2492750"/>
                <a:gd name="connsiteX1" fmla="*/ 440282 w 2492750"/>
                <a:gd name="connsiteY1" fmla="*/ 1595095 h 2492750"/>
                <a:gd name="connsiteX2" fmla="*/ 440282 w 2492750"/>
                <a:gd name="connsiteY2" fmla="*/ 2054131 h 2492750"/>
                <a:gd name="connsiteX3" fmla="*/ 899318 w 2492750"/>
                <a:gd name="connsiteY3" fmla="*/ 2054131 h 2492750"/>
                <a:gd name="connsiteX4" fmla="*/ 1173991 w 2492750"/>
                <a:gd name="connsiteY4" fmla="*/ 1779459 h 2492750"/>
                <a:gd name="connsiteX5" fmla="*/ 1671235 w 2492750"/>
                <a:gd name="connsiteY5" fmla="*/ 367948 h 2492750"/>
                <a:gd name="connsiteX6" fmla="*/ 752036 w 2492750"/>
                <a:gd name="connsiteY6" fmla="*/ 1287147 h 2492750"/>
                <a:gd name="connsiteX7" fmla="*/ 1211072 w 2492750"/>
                <a:gd name="connsiteY7" fmla="*/ 1746183 h 2492750"/>
                <a:gd name="connsiteX8" fmla="*/ 2130271 w 2492750"/>
                <a:gd name="connsiteY8" fmla="*/ 826984 h 2492750"/>
                <a:gd name="connsiteX9" fmla="*/ 2130271 w 2492750"/>
                <a:gd name="connsiteY9" fmla="*/ 367949 h 2492750"/>
                <a:gd name="connsiteX10" fmla="*/ 0 w 2492750"/>
                <a:gd name="connsiteY10" fmla="*/ 0 h 2492750"/>
                <a:gd name="connsiteX11" fmla="*/ 2492750 w 2492750"/>
                <a:gd name="connsiteY11" fmla="*/ 0 h 2492750"/>
                <a:gd name="connsiteX12" fmla="*/ 2492750 w 2492750"/>
                <a:gd name="connsiteY12" fmla="*/ 2492750 h 2492750"/>
                <a:gd name="connsiteX13" fmla="*/ 0 w 2492750"/>
                <a:gd name="connsiteY13" fmla="*/ 2492750 h 2492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92750" h="2492750">
                  <a:moveTo>
                    <a:pt x="714955" y="1320422"/>
                  </a:moveTo>
                  <a:lnTo>
                    <a:pt x="440282" y="1595095"/>
                  </a:lnTo>
                  <a:lnTo>
                    <a:pt x="440282" y="2054131"/>
                  </a:lnTo>
                  <a:lnTo>
                    <a:pt x="899318" y="2054131"/>
                  </a:lnTo>
                  <a:lnTo>
                    <a:pt x="1173991" y="1779459"/>
                  </a:lnTo>
                  <a:close/>
                  <a:moveTo>
                    <a:pt x="1671235" y="367948"/>
                  </a:moveTo>
                  <a:lnTo>
                    <a:pt x="752036" y="1287147"/>
                  </a:lnTo>
                  <a:lnTo>
                    <a:pt x="1211072" y="1746183"/>
                  </a:lnTo>
                  <a:lnTo>
                    <a:pt x="2130271" y="826984"/>
                  </a:lnTo>
                  <a:lnTo>
                    <a:pt x="2130271" y="367949"/>
                  </a:lnTo>
                  <a:close/>
                  <a:moveTo>
                    <a:pt x="0" y="0"/>
                  </a:moveTo>
                  <a:lnTo>
                    <a:pt x="2492750" y="0"/>
                  </a:lnTo>
                  <a:lnTo>
                    <a:pt x="2492750" y="2492750"/>
                  </a:lnTo>
                  <a:lnTo>
                    <a:pt x="0" y="2492750"/>
                  </a:lnTo>
                  <a:close/>
                </a:path>
              </a:pathLst>
            </a:custGeom>
          </p:spPr>
        </p:pic>
      </p:grp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83AFFE7-0297-6C9A-E31C-86EC369B77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5157" y="3955874"/>
            <a:ext cx="2777656" cy="2777657"/>
          </a:xfrm>
          <a:custGeom>
            <a:avLst/>
            <a:gdLst>
              <a:gd name="connsiteX0" fmla="*/ 419770 w 2777656"/>
              <a:gd name="connsiteY0" fmla="*/ 404553 h 2777657"/>
              <a:gd name="connsiteX1" fmla="*/ 419770 w 2777656"/>
              <a:gd name="connsiteY1" fmla="*/ 2373105 h 2777657"/>
              <a:gd name="connsiteX2" fmla="*/ 1405920 w 2777656"/>
              <a:gd name="connsiteY2" fmla="*/ 2373105 h 2777657"/>
              <a:gd name="connsiteX3" fmla="*/ 1405920 w 2777656"/>
              <a:gd name="connsiteY3" fmla="*/ 404553 h 2777657"/>
              <a:gd name="connsiteX4" fmla="*/ 0 w 2777656"/>
              <a:gd name="connsiteY4" fmla="*/ 0 h 2777657"/>
              <a:gd name="connsiteX5" fmla="*/ 2777656 w 2777656"/>
              <a:gd name="connsiteY5" fmla="*/ 0 h 2777657"/>
              <a:gd name="connsiteX6" fmla="*/ 2777656 w 2777656"/>
              <a:gd name="connsiteY6" fmla="*/ 2777657 h 2777657"/>
              <a:gd name="connsiteX7" fmla="*/ 0 w 2777656"/>
              <a:gd name="connsiteY7" fmla="*/ 2777657 h 277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77656" h="2777657">
                <a:moveTo>
                  <a:pt x="419770" y="404553"/>
                </a:moveTo>
                <a:lnTo>
                  <a:pt x="419770" y="2373105"/>
                </a:lnTo>
                <a:lnTo>
                  <a:pt x="1405920" y="2373105"/>
                </a:lnTo>
                <a:lnTo>
                  <a:pt x="1405920" y="404553"/>
                </a:lnTo>
                <a:close/>
                <a:moveTo>
                  <a:pt x="0" y="0"/>
                </a:moveTo>
                <a:lnTo>
                  <a:pt x="2777656" y="0"/>
                </a:lnTo>
                <a:lnTo>
                  <a:pt x="2777656" y="2777657"/>
                </a:lnTo>
                <a:lnTo>
                  <a:pt x="0" y="2777657"/>
                </a:lnTo>
                <a:close/>
              </a:path>
            </a:pathLst>
          </a:cu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0897572-6C27-DB92-EEE1-3DAF8AA541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879671" y="4514031"/>
            <a:ext cx="1391976" cy="139197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3CA14BC-87D0-B69B-4F1E-5C110B6F0E63}"/>
              </a:ext>
            </a:extLst>
          </p:cNvPr>
          <p:cNvGrpSpPr/>
          <p:nvPr/>
        </p:nvGrpSpPr>
        <p:grpSpPr>
          <a:xfrm>
            <a:off x="2370762" y="2144917"/>
            <a:ext cx="2780571" cy="2780571"/>
            <a:chOff x="4265436" y="3343562"/>
            <a:chExt cx="2780571" cy="278057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7ED50D8-4E98-5C7F-810B-6530845D51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65436" y="3343562"/>
              <a:ext cx="2780571" cy="2780571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3" name="Picture 1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D8BF8F0F-C39A-2787-35B2-5E4128372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896"/>
            <a:stretch/>
          </p:blipFill>
          <p:spPr>
            <a:xfrm>
              <a:off x="5655722" y="3429000"/>
              <a:ext cx="1307559" cy="2609697"/>
            </a:xfrm>
            <a:prstGeom prst="rect">
              <a:avLst/>
            </a:prstGeom>
          </p:spPr>
        </p:pic>
        <p:pic>
          <p:nvPicPr>
            <p:cNvPr id="14" name="Picture 1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37DC3D23-1655-D5DB-6DB2-8A19BE243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00000">
              <a:off x="4590611" y="3956677"/>
              <a:ext cx="1391976" cy="1391976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9600363-A7E3-30D5-970C-40585EED6DBF}"/>
              </a:ext>
            </a:extLst>
          </p:cNvPr>
          <p:cNvGrpSpPr/>
          <p:nvPr/>
        </p:nvGrpSpPr>
        <p:grpSpPr>
          <a:xfrm>
            <a:off x="8973153" y="4176515"/>
            <a:ext cx="2128079" cy="2128079"/>
            <a:chOff x="9073476" y="3837259"/>
            <a:chExt cx="2128079" cy="2128079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E528562-0667-5449-BCAD-E22106956CC6}"/>
                </a:ext>
              </a:extLst>
            </p:cNvPr>
            <p:cNvSpPr/>
            <p:nvPr/>
          </p:nvSpPr>
          <p:spPr>
            <a:xfrm>
              <a:off x="9073476" y="3837259"/>
              <a:ext cx="2128079" cy="2128079"/>
            </a:xfrm>
            <a:prstGeom prst="rect">
              <a:avLst/>
            </a:prstGeom>
            <a:solidFill>
              <a:srgbClr val="4472C4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2C470B1-8ED8-8B04-7B19-806D0FD8D4C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153351" y="3979747"/>
              <a:ext cx="1968328" cy="1843101"/>
              <a:chOff x="9556258" y="3346176"/>
              <a:chExt cx="688657" cy="644844"/>
            </a:xfrm>
          </p:grpSpPr>
          <p:pic>
            <p:nvPicPr>
              <p:cNvPr id="42" name="Picture 41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4E1C54EE-02C4-5272-6570-A99FB69A3D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flipH="1">
                <a:off x="9556258" y="3346176"/>
                <a:ext cx="644844" cy="644844"/>
              </a:xfrm>
              <a:custGeom>
                <a:avLst/>
                <a:gdLst>
                  <a:gd name="connsiteX0" fmla="*/ 118140 w 747640"/>
                  <a:gd name="connsiteY0" fmla="*/ 48994 h 747640"/>
                  <a:gd name="connsiteX1" fmla="*/ 326220 w 747640"/>
                  <a:gd name="connsiteY1" fmla="*/ 249369 h 747640"/>
                  <a:gd name="connsiteX2" fmla="*/ 208081 w 747640"/>
                  <a:gd name="connsiteY2" fmla="*/ 372051 h 747640"/>
                  <a:gd name="connsiteX3" fmla="*/ 1 w 747640"/>
                  <a:gd name="connsiteY3" fmla="*/ 171676 h 747640"/>
                  <a:gd name="connsiteX4" fmla="*/ 747640 w 747640"/>
                  <a:gd name="connsiteY4" fmla="*/ 0 h 747640"/>
                  <a:gd name="connsiteX5" fmla="*/ 0 w 747640"/>
                  <a:gd name="connsiteY5" fmla="*/ 0 h 747640"/>
                  <a:gd name="connsiteX6" fmla="*/ 0 w 747640"/>
                  <a:gd name="connsiteY6" fmla="*/ 747640 h 747640"/>
                  <a:gd name="connsiteX7" fmla="*/ 747640 w 747640"/>
                  <a:gd name="connsiteY7" fmla="*/ 747640 h 747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7640" h="747640">
                    <a:moveTo>
                      <a:pt x="118140" y="48994"/>
                    </a:moveTo>
                    <a:lnTo>
                      <a:pt x="326220" y="249369"/>
                    </a:lnTo>
                    <a:lnTo>
                      <a:pt x="208081" y="372051"/>
                    </a:lnTo>
                    <a:lnTo>
                      <a:pt x="1" y="171676"/>
                    </a:lnTo>
                    <a:close/>
                    <a:moveTo>
                      <a:pt x="747640" y="0"/>
                    </a:moveTo>
                    <a:lnTo>
                      <a:pt x="0" y="0"/>
                    </a:lnTo>
                    <a:lnTo>
                      <a:pt x="0" y="747640"/>
                    </a:lnTo>
                    <a:lnTo>
                      <a:pt x="747640" y="747640"/>
                    </a:lnTo>
                    <a:close/>
                  </a:path>
                </a:pathLst>
              </a:custGeom>
              <a:ln>
                <a:noFill/>
              </a:ln>
            </p:spPr>
          </p:pic>
          <p:pic>
            <p:nvPicPr>
              <p:cNvPr id="36" name="Picture 35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CF02F757-39B9-184E-BF22-20CF52159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alphaModFix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20320" y="3346176"/>
                <a:ext cx="324595" cy="324595"/>
              </a:xfrm>
              <a:prstGeom prst="rect">
                <a:avLst/>
              </a:prstGeom>
              <a:ln>
                <a:noFill/>
              </a:ln>
            </p:spPr>
          </p:pic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5266052-3907-CE50-8BA5-9DBC3FB1C680}"/>
              </a:ext>
            </a:extLst>
          </p:cNvPr>
          <p:cNvGrpSpPr/>
          <p:nvPr/>
        </p:nvGrpSpPr>
        <p:grpSpPr>
          <a:xfrm>
            <a:off x="6768171" y="4145979"/>
            <a:ext cx="2128079" cy="2128079"/>
            <a:chOff x="6768171" y="4145979"/>
            <a:chExt cx="2128079" cy="212807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DA378C3-25D4-9FFE-B3BA-EE04428CE3AE}"/>
                </a:ext>
              </a:extLst>
            </p:cNvPr>
            <p:cNvSpPr/>
            <p:nvPr/>
          </p:nvSpPr>
          <p:spPr>
            <a:xfrm>
              <a:off x="6768171" y="4145979"/>
              <a:ext cx="2128079" cy="2128079"/>
            </a:xfrm>
            <a:prstGeom prst="rect">
              <a:avLst/>
            </a:prstGeom>
            <a:solidFill>
              <a:srgbClr val="4472C4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71D1D64-41E1-D67C-C972-207938DABAD6}"/>
                </a:ext>
              </a:extLst>
            </p:cNvPr>
            <p:cNvGrpSpPr/>
            <p:nvPr/>
          </p:nvGrpSpPr>
          <p:grpSpPr>
            <a:xfrm>
              <a:off x="6915751" y="4290395"/>
              <a:ext cx="1843101" cy="1843101"/>
              <a:chOff x="6915751" y="4290395"/>
              <a:chExt cx="1843101" cy="1843101"/>
            </a:xfrm>
          </p:grpSpPr>
          <p:sp>
            <p:nvSpPr>
              <p:cNvPr id="30" name="Isosceles Triangle 29">
                <a:extLst>
                  <a:ext uri="{FF2B5EF4-FFF2-40B4-BE49-F238E27FC236}">
                    <a16:creationId xmlns:a16="http://schemas.microsoft.com/office/drawing/2014/main" id="{1DEBB995-CF6E-F5DA-6E45-B94BBECF143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7771104" y="4443153"/>
                <a:ext cx="594000" cy="486000"/>
              </a:xfrm>
              <a:prstGeom prst="triangle">
                <a:avLst/>
              </a:prstGeom>
              <a:solidFill>
                <a:srgbClr val="A2A1A1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4" name="Picture 3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4AB7DADE-16AD-3543-C55B-3724DCC781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3" t="30988" r="39884" b="36192"/>
              <a:stretch>
                <a:fillRect/>
              </a:stretch>
            </p:blipFill>
            <p:spPr>
              <a:xfrm rot="13514538" flipH="1">
                <a:off x="7614375" y="5041317"/>
                <a:ext cx="359808" cy="604918"/>
              </a:xfrm>
              <a:prstGeom prst="rect">
                <a:avLst/>
              </a:prstGeom>
            </p:spPr>
          </p:pic>
          <p:pic>
            <p:nvPicPr>
              <p:cNvPr id="19" name="Picture 18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317DF9DC-AD91-EAD1-8F85-14FD76EE10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flipH="1">
                <a:off x="6915751" y="4290395"/>
                <a:ext cx="1843101" cy="1843101"/>
              </a:xfrm>
              <a:custGeom>
                <a:avLst/>
                <a:gdLst>
                  <a:gd name="csX0" fmla="*/ 1843101 w 1843101"/>
                  <a:gd name="csY0" fmla="*/ 0 h 1843101"/>
                  <a:gd name="csX1" fmla="*/ 1244188 w 1843101"/>
                  <a:gd name="csY1" fmla="*/ 0 h 1843101"/>
                  <a:gd name="csX2" fmla="*/ 1244188 w 1843101"/>
                  <a:gd name="csY2" fmla="*/ 256909 h 1843101"/>
                  <a:gd name="csX3" fmla="*/ 935856 w 1843101"/>
                  <a:gd name="csY3" fmla="*/ 256909 h 1843101"/>
                  <a:gd name="csX4" fmla="*/ 935856 w 1843101"/>
                  <a:gd name="csY4" fmla="*/ 588442 h 1843101"/>
                  <a:gd name="csX5" fmla="*/ 1116462 w 1843101"/>
                  <a:gd name="csY5" fmla="*/ 588442 h 1843101"/>
                  <a:gd name="csX6" fmla="*/ 1116462 w 1843101"/>
                  <a:gd name="csY6" fmla="*/ 1170184 h 1843101"/>
                  <a:gd name="csX7" fmla="*/ 562280 w 1843101"/>
                  <a:gd name="csY7" fmla="*/ 1170184 h 1843101"/>
                  <a:gd name="csX8" fmla="*/ 562280 w 1843101"/>
                  <a:gd name="csY8" fmla="*/ 1029255 h 1843101"/>
                  <a:gd name="csX9" fmla="*/ 0 w 1843101"/>
                  <a:gd name="csY9" fmla="*/ 1029255 h 1843101"/>
                  <a:gd name="csX10" fmla="*/ 0 w 1843101"/>
                  <a:gd name="csY10" fmla="*/ 1843101 h 1843101"/>
                  <a:gd name="csX11" fmla="*/ 1843101 w 1843101"/>
                  <a:gd name="csY11" fmla="*/ 1843101 h 18431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843101" h="1843101">
                    <a:moveTo>
                      <a:pt x="1843101" y="0"/>
                    </a:moveTo>
                    <a:lnTo>
                      <a:pt x="1244188" y="0"/>
                    </a:lnTo>
                    <a:lnTo>
                      <a:pt x="1244188" y="256909"/>
                    </a:lnTo>
                    <a:lnTo>
                      <a:pt x="935856" y="256909"/>
                    </a:lnTo>
                    <a:lnTo>
                      <a:pt x="935856" y="588442"/>
                    </a:lnTo>
                    <a:lnTo>
                      <a:pt x="1116462" y="588442"/>
                    </a:lnTo>
                    <a:lnTo>
                      <a:pt x="1116462" y="1170184"/>
                    </a:lnTo>
                    <a:lnTo>
                      <a:pt x="562280" y="1170184"/>
                    </a:lnTo>
                    <a:lnTo>
                      <a:pt x="562280" y="1029255"/>
                    </a:lnTo>
                    <a:lnTo>
                      <a:pt x="0" y="1029255"/>
                    </a:lnTo>
                    <a:lnTo>
                      <a:pt x="0" y="1843101"/>
                    </a:lnTo>
                    <a:lnTo>
                      <a:pt x="1843101" y="1843101"/>
                    </a:lnTo>
                    <a:close/>
                  </a:path>
                </a:pathLst>
              </a:custGeom>
            </p:spPr>
          </p:pic>
        </p:grpSp>
      </p:grpSp>
    </p:spTree>
    <p:extLst>
      <p:ext uri="{BB962C8B-B14F-4D97-AF65-F5344CB8AC3E}">
        <p14:creationId xmlns:p14="http://schemas.microsoft.com/office/powerpoint/2010/main" val="86515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55B664-9891-ECF1-2A5B-CE10EC4E87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606" t="4289" r="2061" b="3257"/>
          <a:stretch/>
        </p:blipFill>
        <p:spPr>
          <a:xfrm>
            <a:off x="2443163" y="2312997"/>
            <a:ext cx="2743200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AFB623-65EA-1D19-964B-322F1AFCB91E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l="2833" t="5301" r="50312" b="3086"/>
          <a:stretch/>
        </p:blipFill>
        <p:spPr>
          <a:xfrm>
            <a:off x="6096000" y="2314576"/>
            <a:ext cx="2743200" cy="274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55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798720-A7D2-B203-10CE-EB213D440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239" y="727560"/>
            <a:ext cx="4381200" cy="4381200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19BBF545-1CC5-F1A4-8520-F72B3A590A36}"/>
              </a:ext>
            </a:extLst>
          </p:cNvPr>
          <p:cNvGrpSpPr/>
          <p:nvPr/>
        </p:nvGrpSpPr>
        <p:grpSpPr>
          <a:xfrm>
            <a:off x="8156538" y="1220478"/>
            <a:ext cx="4381200" cy="4381200"/>
            <a:chOff x="5303534" y="3118088"/>
            <a:chExt cx="4381200" cy="4381200"/>
          </a:xfrm>
        </p:grpSpPr>
        <p:pic>
          <p:nvPicPr>
            <p:cNvPr id="33" name="Picture 3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6BC0BBEB-FE37-1198-4C82-1F74795DF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179" t="35144" r="23155" b="36189"/>
            <a:stretch>
              <a:fillRect/>
            </a:stretch>
          </p:blipFill>
          <p:spPr>
            <a:xfrm rot="3764228">
              <a:off x="7009510" y="5076056"/>
              <a:ext cx="1650255" cy="1255972"/>
            </a:xfrm>
            <a:custGeom>
              <a:avLst/>
              <a:gdLst>
                <a:gd name="connsiteX0" fmla="*/ 1159103 w 1650255"/>
                <a:gd name="connsiteY0" fmla="*/ 0 h 1255972"/>
                <a:gd name="connsiteX1" fmla="*/ 1650255 w 1650255"/>
                <a:gd name="connsiteY1" fmla="*/ 151093 h 1255972"/>
                <a:gd name="connsiteX2" fmla="*/ 1499161 w 1650255"/>
                <a:gd name="connsiteY2" fmla="*/ 642244 h 1255972"/>
                <a:gd name="connsiteX3" fmla="*/ 340058 w 1650255"/>
                <a:gd name="connsiteY3" fmla="*/ 1255972 h 1255972"/>
                <a:gd name="connsiteX4" fmla="*/ 0 w 1650255"/>
                <a:gd name="connsiteY4" fmla="*/ 613727 h 1255972"/>
                <a:gd name="connsiteX5" fmla="*/ 1159103 w 1650255"/>
                <a:gd name="connsiteY5" fmla="*/ 0 h 1255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50255" h="1255972">
                  <a:moveTo>
                    <a:pt x="1159103" y="0"/>
                  </a:moveTo>
                  <a:lnTo>
                    <a:pt x="1650255" y="151093"/>
                  </a:lnTo>
                  <a:lnTo>
                    <a:pt x="1499161" y="642244"/>
                  </a:lnTo>
                  <a:lnTo>
                    <a:pt x="340058" y="1255972"/>
                  </a:lnTo>
                  <a:lnTo>
                    <a:pt x="0" y="613727"/>
                  </a:lnTo>
                  <a:lnTo>
                    <a:pt x="1159103" y="0"/>
                  </a:lnTo>
                  <a:close/>
                </a:path>
              </a:pathLst>
            </a:custGeom>
            <a:noFill/>
          </p:spPr>
        </p:pic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C39B0D3-91FC-D7D9-FA05-0AC945B11302}"/>
                </a:ext>
              </a:extLst>
            </p:cNvPr>
            <p:cNvGrpSpPr/>
            <p:nvPr/>
          </p:nvGrpSpPr>
          <p:grpSpPr>
            <a:xfrm>
              <a:off x="5303534" y="3118088"/>
              <a:ext cx="4381200" cy="4381200"/>
              <a:chOff x="3872925" y="669503"/>
              <a:chExt cx="4381200" cy="4381200"/>
            </a:xfrm>
          </p:grpSpPr>
          <p:pic>
            <p:nvPicPr>
              <p:cNvPr id="19" name="Picture 18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7F376474-57A7-9FCF-B178-357AACCC42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752" t="26622" r="44931" b="63581"/>
              <a:stretch/>
            </p:blipFill>
            <p:spPr>
              <a:xfrm>
                <a:off x="6823908" y="2243814"/>
                <a:ext cx="451842" cy="451842"/>
              </a:xfrm>
              <a:custGeom>
                <a:avLst/>
                <a:gdLst>
                  <a:gd name="connsiteX0" fmla="*/ 0 w 451842"/>
                  <a:gd name="connsiteY0" fmla="*/ 0 h 451842"/>
                  <a:gd name="connsiteX1" fmla="*/ 451842 w 451842"/>
                  <a:gd name="connsiteY1" fmla="*/ 0 h 451842"/>
                  <a:gd name="connsiteX2" fmla="*/ 451842 w 451842"/>
                  <a:gd name="connsiteY2" fmla="*/ 451842 h 451842"/>
                  <a:gd name="connsiteX3" fmla="*/ 0 w 451842"/>
                  <a:gd name="connsiteY3" fmla="*/ 451842 h 451842"/>
                  <a:gd name="connsiteX4" fmla="*/ 0 w 451842"/>
                  <a:gd name="connsiteY4" fmla="*/ 0 h 451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842" h="451842">
                    <a:moveTo>
                      <a:pt x="0" y="0"/>
                    </a:moveTo>
                    <a:lnTo>
                      <a:pt x="451842" y="0"/>
                    </a:lnTo>
                    <a:lnTo>
                      <a:pt x="451842" y="451842"/>
                    </a:lnTo>
                    <a:lnTo>
                      <a:pt x="0" y="45184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</p:pic>
          <p:pic>
            <p:nvPicPr>
              <p:cNvPr id="32" name="Picture 31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5CA2ED8E-37B9-5362-FD05-131D5F72F2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3872925" y="669503"/>
                <a:ext cx="4381200" cy="4381200"/>
              </a:xfrm>
              <a:custGeom>
                <a:avLst/>
                <a:gdLst>
                  <a:gd name="connsiteX0" fmla="*/ 0 w 4381200"/>
                  <a:gd name="connsiteY0" fmla="*/ 0 h 4381200"/>
                  <a:gd name="connsiteX1" fmla="*/ 4381200 w 4381200"/>
                  <a:gd name="connsiteY1" fmla="*/ 0 h 4381200"/>
                  <a:gd name="connsiteX2" fmla="*/ 4381200 w 4381200"/>
                  <a:gd name="connsiteY2" fmla="*/ 4381200 h 4381200"/>
                  <a:gd name="connsiteX3" fmla="*/ 0 w 4381200"/>
                  <a:gd name="connsiteY3" fmla="*/ 4381200 h 4381200"/>
                  <a:gd name="connsiteX4" fmla="*/ 0 w 4381200"/>
                  <a:gd name="connsiteY4" fmla="*/ 0 h 4381200"/>
                  <a:gd name="connsiteX5" fmla="*/ 2875596 w 4381200"/>
                  <a:gd name="connsiteY5" fmla="*/ 1539710 h 4381200"/>
                  <a:gd name="connsiteX6" fmla="*/ 1716493 w 4381200"/>
                  <a:gd name="connsiteY6" fmla="*/ 2153437 h 4381200"/>
                  <a:gd name="connsiteX7" fmla="*/ 2056551 w 4381200"/>
                  <a:gd name="connsiteY7" fmla="*/ 2795682 h 4381200"/>
                  <a:gd name="connsiteX8" fmla="*/ 3215654 w 4381200"/>
                  <a:gd name="connsiteY8" fmla="*/ 2181954 h 4381200"/>
                  <a:gd name="connsiteX9" fmla="*/ 3366748 w 4381200"/>
                  <a:gd name="connsiteY9" fmla="*/ 1690803 h 4381200"/>
                  <a:gd name="connsiteX10" fmla="*/ 2875596 w 4381200"/>
                  <a:gd name="connsiteY10" fmla="*/ 1539710 h 4381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381200" h="4381200">
                    <a:moveTo>
                      <a:pt x="0" y="0"/>
                    </a:moveTo>
                    <a:lnTo>
                      <a:pt x="4381200" y="0"/>
                    </a:lnTo>
                    <a:lnTo>
                      <a:pt x="4381200" y="4381200"/>
                    </a:lnTo>
                    <a:lnTo>
                      <a:pt x="0" y="4381200"/>
                    </a:lnTo>
                    <a:lnTo>
                      <a:pt x="0" y="0"/>
                    </a:lnTo>
                    <a:close/>
                    <a:moveTo>
                      <a:pt x="2875596" y="1539710"/>
                    </a:moveTo>
                    <a:lnTo>
                      <a:pt x="1716493" y="2153437"/>
                    </a:lnTo>
                    <a:lnTo>
                      <a:pt x="2056551" y="2795682"/>
                    </a:lnTo>
                    <a:lnTo>
                      <a:pt x="3215654" y="2181954"/>
                    </a:lnTo>
                    <a:lnTo>
                      <a:pt x="3366748" y="1690803"/>
                    </a:lnTo>
                    <a:lnTo>
                      <a:pt x="2875596" y="1539710"/>
                    </a:lnTo>
                    <a:close/>
                  </a:path>
                </a:pathLst>
              </a:custGeom>
              <a:noFill/>
            </p:spPr>
          </p:pic>
        </p:grp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07F3313-7801-31A7-EB2A-A57DD9C81EB5}"/>
              </a:ext>
            </a:extLst>
          </p:cNvPr>
          <p:cNvCxnSpPr>
            <a:cxnSpLocks/>
          </p:cNvCxnSpPr>
          <p:nvPr/>
        </p:nvCxnSpPr>
        <p:spPr>
          <a:xfrm flipH="1" flipV="1">
            <a:off x="6155143" y="3083268"/>
            <a:ext cx="2455921" cy="8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8C50961-6B4C-AF37-810D-8D0B429A2055}"/>
              </a:ext>
            </a:extLst>
          </p:cNvPr>
          <p:cNvCxnSpPr>
            <a:cxnSpLocks/>
          </p:cNvCxnSpPr>
          <p:nvPr/>
        </p:nvCxnSpPr>
        <p:spPr>
          <a:xfrm flipV="1">
            <a:off x="7398839" y="1743701"/>
            <a:ext cx="0" cy="25274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D6AAA6D-1AEC-01FA-8E97-8439AB3A8B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075" y="1512135"/>
            <a:ext cx="2546330" cy="254633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272CB64-436E-121B-42DB-716AC3E424AB}"/>
              </a:ext>
            </a:extLst>
          </p:cNvPr>
          <p:cNvGrpSpPr/>
          <p:nvPr/>
        </p:nvGrpSpPr>
        <p:grpSpPr>
          <a:xfrm>
            <a:off x="3365297" y="3616324"/>
            <a:ext cx="2546330" cy="2546330"/>
            <a:chOff x="6067516" y="1246076"/>
            <a:chExt cx="2546330" cy="2546330"/>
          </a:xfrm>
        </p:grpSpPr>
        <p:pic>
          <p:nvPicPr>
            <p:cNvPr id="5" name="Picture 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849F07F-F108-191C-205D-8B94FC0CA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067516" y="1246076"/>
              <a:ext cx="2546330" cy="2546330"/>
            </a:xfrm>
            <a:custGeom>
              <a:avLst/>
              <a:gdLst>
                <a:gd name="connsiteX0" fmla="*/ 743168 w 2546330"/>
                <a:gd name="connsiteY0" fmla="*/ 760972 h 2546330"/>
                <a:gd name="connsiteX1" fmla="*/ 743168 w 2546330"/>
                <a:gd name="connsiteY1" fmla="*/ 1743738 h 2546330"/>
                <a:gd name="connsiteX2" fmla="*/ 2477965 w 2546330"/>
                <a:gd name="connsiteY2" fmla="*/ 1743738 h 2546330"/>
                <a:gd name="connsiteX3" fmla="*/ 2477965 w 2546330"/>
                <a:gd name="connsiteY3" fmla="*/ 760972 h 2546330"/>
                <a:gd name="connsiteX4" fmla="*/ 0 w 2546330"/>
                <a:gd name="connsiteY4" fmla="*/ 0 h 2546330"/>
                <a:gd name="connsiteX5" fmla="*/ 2546330 w 2546330"/>
                <a:gd name="connsiteY5" fmla="*/ 0 h 2546330"/>
                <a:gd name="connsiteX6" fmla="*/ 2546330 w 2546330"/>
                <a:gd name="connsiteY6" fmla="*/ 2546330 h 2546330"/>
                <a:gd name="connsiteX7" fmla="*/ 0 w 2546330"/>
                <a:gd name="connsiteY7" fmla="*/ 2546330 h 254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46330" h="2546330">
                  <a:moveTo>
                    <a:pt x="743168" y="760972"/>
                  </a:moveTo>
                  <a:lnTo>
                    <a:pt x="743168" y="1743738"/>
                  </a:lnTo>
                  <a:lnTo>
                    <a:pt x="2477965" y="1743738"/>
                  </a:lnTo>
                  <a:lnTo>
                    <a:pt x="2477965" y="760972"/>
                  </a:lnTo>
                  <a:close/>
                  <a:moveTo>
                    <a:pt x="0" y="0"/>
                  </a:moveTo>
                  <a:lnTo>
                    <a:pt x="2546330" y="0"/>
                  </a:lnTo>
                  <a:lnTo>
                    <a:pt x="2546330" y="2546330"/>
                  </a:lnTo>
                  <a:lnTo>
                    <a:pt x="0" y="2546330"/>
                  </a:lnTo>
                  <a:close/>
                </a:path>
              </a:pathLst>
            </a:custGeom>
          </p:spPr>
        </p:pic>
        <p:pic>
          <p:nvPicPr>
            <p:cNvPr id="6" name="Picture 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0D0EEDAF-3E70-B9DE-23E6-C52C02D1A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86" t="29058" r="34060" b="29057"/>
            <a:stretch/>
          </p:blipFill>
          <p:spPr>
            <a:xfrm rot="5400000">
              <a:off x="7034738" y="1903544"/>
              <a:ext cx="937253" cy="1217109"/>
            </a:xfrm>
            <a:custGeom>
              <a:avLst/>
              <a:gdLst>
                <a:gd name="connsiteX0" fmla="*/ 0 w 409575"/>
                <a:gd name="connsiteY0" fmla="*/ 0 h 531871"/>
                <a:gd name="connsiteX1" fmla="*/ 409575 w 409575"/>
                <a:gd name="connsiteY1" fmla="*/ 0 h 531871"/>
                <a:gd name="connsiteX2" fmla="*/ 409575 w 409575"/>
                <a:gd name="connsiteY2" fmla="*/ 411212 h 531871"/>
                <a:gd name="connsiteX3" fmla="*/ 335757 w 409575"/>
                <a:gd name="connsiteY3" fmla="*/ 411212 h 531871"/>
                <a:gd name="connsiteX4" fmla="*/ 335757 w 409575"/>
                <a:gd name="connsiteY4" fmla="*/ 531871 h 531871"/>
                <a:gd name="connsiteX5" fmla="*/ 0 w 409575"/>
                <a:gd name="connsiteY5" fmla="*/ 531871 h 53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9575" h="531871">
                  <a:moveTo>
                    <a:pt x="0" y="0"/>
                  </a:moveTo>
                  <a:lnTo>
                    <a:pt x="409575" y="0"/>
                  </a:lnTo>
                  <a:lnTo>
                    <a:pt x="409575" y="411212"/>
                  </a:lnTo>
                  <a:lnTo>
                    <a:pt x="335757" y="411212"/>
                  </a:lnTo>
                  <a:lnTo>
                    <a:pt x="335757" y="531871"/>
                  </a:lnTo>
                  <a:lnTo>
                    <a:pt x="0" y="531871"/>
                  </a:lnTo>
                  <a:close/>
                </a:path>
              </a:pathLst>
            </a:cu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2D76CD-EB5A-A244-4439-BC951E319D71}"/>
              </a:ext>
            </a:extLst>
          </p:cNvPr>
          <p:cNvGrpSpPr/>
          <p:nvPr/>
        </p:nvGrpSpPr>
        <p:grpSpPr>
          <a:xfrm>
            <a:off x="3365297" y="476884"/>
            <a:ext cx="2546330" cy="2546330"/>
            <a:chOff x="6067516" y="1246076"/>
            <a:chExt cx="2546330" cy="2546330"/>
          </a:xfrm>
        </p:grpSpPr>
        <p:pic>
          <p:nvPicPr>
            <p:cNvPr id="17" name="Picture 16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0E1DE10A-720E-BDF8-155D-AEE322EAD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067516" y="1246076"/>
              <a:ext cx="2546330" cy="2546330"/>
            </a:xfrm>
            <a:custGeom>
              <a:avLst/>
              <a:gdLst>
                <a:gd name="connsiteX0" fmla="*/ 743168 w 2546330"/>
                <a:gd name="connsiteY0" fmla="*/ 760972 h 2546330"/>
                <a:gd name="connsiteX1" fmla="*/ 743168 w 2546330"/>
                <a:gd name="connsiteY1" fmla="*/ 1743738 h 2546330"/>
                <a:gd name="connsiteX2" fmla="*/ 2477965 w 2546330"/>
                <a:gd name="connsiteY2" fmla="*/ 1743738 h 2546330"/>
                <a:gd name="connsiteX3" fmla="*/ 2477965 w 2546330"/>
                <a:gd name="connsiteY3" fmla="*/ 760972 h 2546330"/>
                <a:gd name="connsiteX4" fmla="*/ 0 w 2546330"/>
                <a:gd name="connsiteY4" fmla="*/ 0 h 2546330"/>
                <a:gd name="connsiteX5" fmla="*/ 2546330 w 2546330"/>
                <a:gd name="connsiteY5" fmla="*/ 0 h 2546330"/>
                <a:gd name="connsiteX6" fmla="*/ 2546330 w 2546330"/>
                <a:gd name="connsiteY6" fmla="*/ 2546330 h 2546330"/>
                <a:gd name="connsiteX7" fmla="*/ 0 w 2546330"/>
                <a:gd name="connsiteY7" fmla="*/ 2546330 h 254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46330" h="2546330">
                  <a:moveTo>
                    <a:pt x="743168" y="760972"/>
                  </a:moveTo>
                  <a:lnTo>
                    <a:pt x="743168" y="1743738"/>
                  </a:lnTo>
                  <a:lnTo>
                    <a:pt x="2477965" y="1743738"/>
                  </a:lnTo>
                  <a:lnTo>
                    <a:pt x="2477965" y="760972"/>
                  </a:lnTo>
                  <a:close/>
                  <a:moveTo>
                    <a:pt x="0" y="0"/>
                  </a:moveTo>
                  <a:lnTo>
                    <a:pt x="2546330" y="0"/>
                  </a:lnTo>
                  <a:lnTo>
                    <a:pt x="2546330" y="2546330"/>
                  </a:lnTo>
                  <a:lnTo>
                    <a:pt x="0" y="2546330"/>
                  </a:lnTo>
                  <a:close/>
                </a:path>
              </a:pathLst>
            </a:custGeom>
          </p:spPr>
        </p:pic>
        <p:pic>
          <p:nvPicPr>
            <p:cNvPr id="18" name="Picture 1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7A1DA75D-BBD4-8C8A-3DA4-EB8896B0F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86" t="29058" r="34060" b="29057"/>
            <a:stretch/>
          </p:blipFill>
          <p:spPr>
            <a:xfrm rot="16200000">
              <a:off x="7218100" y="1929735"/>
              <a:ext cx="937253" cy="1217109"/>
            </a:xfrm>
            <a:custGeom>
              <a:avLst/>
              <a:gdLst>
                <a:gd name="connsiteX0" fmla="*/ 0 w 409575"/>
                <a:gd name="connsiteY0" fmla="*/ 0 h 531871"/>
                <a:gd name="connsiteX1" fmla="*/ 409575 w 409575"/>
                <a:gd name="connsiteY1" fmla="*/ 0 h 531871"/>
                <a:gd name="connsiteX2" fmla="*/ 409575 w 409575"/>
                <a:gd name="connsiteY2" fmla="*/ 411212 h 531871"/>
                <a:gd name="connsiteX3" fmla="*/ 335757 w 409575"/>
                <a:gd name="connsiteY3" fmla="*/ 411212 h 531871"/>
                <a:gd name="connsiteX4" fmla="*/ 335757 w 409575"/>
                <a:gd name="connsiteY4" fmla="*/ 531871 h 531871"/>
                <a:gd name="connsiteX5" fmla="*/ 0 w 409575"/>
                <a:gd name="connsiteY5" fmla="*/ 531871 h 53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9575" h="531871">
                  <a:moveTo>
                    <a:pt x="0" y="0"/>
                  </a:moveTo>
                  <a:lnTo>
                    <a:pt x="409575" y="0"/>
                  </a:lnTo>
                  <a:lnTo>
                    <a:pt x="409575" y="411212"/>
                  </a:lnTo>
                  <a:lnTo>
                    <a:pt x="335757" y="411212"/>
                  </a:lnTo>
                  <a:lnTo>
                    <a:pt x="335757" y="531871"/>
                  </a:lnTo>
                  <a:lnTo>
                    <a:pt x="0" y="531871"/>
                  </a:lnTo>
                  <a:close/>
                </a:path>
              </a:pathLst>
            </a:custGeom>
          </p:spPr>
        </p:pic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1ACD192-CD7A-6553-7702-857FF4618C7C}"/>
              </a:ext>
            </a:extLst>
          </p:cNvPr>
          <p:cNvCxnSpPr>
            <a:cxnSpLocks/>
          </p:cNvCxnSpPr>
          <p:nvPr/>
        </p:nvCxnSpPr>
        <p:spPr>
          <a:xfrm>
            <a:off x="4893589" y="4302176"/>
            <a:ext cx="0" cy="1178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FE5901E-D2A2-72A2-F17C-B7064452A4EF}"/>
              </a:ext>
            </a:extLst>
          </p:cNvPr>
          <p:cNvCxnSpPr/>
          <p:nvPr/>
        </p:nvCxnSpPr>
        <p:spPr>
          <a:xfrm flipV="1">
            <a:off x="4917781" y="4302176"/>
            <a:ext cx="0" cy="164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14AD73B-D48C-CC0A-30A3-D121FF99EAD1}"/>
              </a:ext>
            </a:extLst>
          </p:cNvPr>
          <p:cNvCxnSpPr/>
          <p:nvPr/>
        </p:nvCxnSpPr>
        <p:spPr>
          <a:xfrm flipV="1">
            <a:off x="4917781" y="5316589"/>
            <a:ext cx="0" cy="164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D043E9-2D11-F554-DC9A-159E7C0704E2}"/>
              </a:ext>
            </a:extLst>
          </p:cNvPr>
          <p:cNvCxnSpPr>
            <a:cxnSpLocks/>
          </p:cNvCxnSpPr>
          <p:nvPr/>
        </p:nvCxnSpPr>
        <p:spPr>
          <a:xfrm>
            <a:off x="4893589" y="1161307"/>
            <a:ext cx="0" cy="1178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546511-D4BD-563D-61FF-C94B0579BF4F}"/>
              </a:ext>
            </a:extLst>
          </p:cNvPr>
          <p:cNvCxnSpPr/>
          <p:nvPr/>
        </p:nvCxnSpPr>
        <p:spPr>
          <a:xfrm flipV="1">
            <a:off x="4917781" y="1161307"/>
            <a:ext cx="0" cy="164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63A9D78-4EB7-7F15-E4A5-F6CCC53FC0ED}"/>
              </a:ext>
            </a:extLst>
          </p:cNvPr>
          <p:cNvCxnSpPr/>
          <p:nvPr/>
        </p:nvCxnSpPr>
        <p:spPr>
          <a:xfrm flipV="1">
            <a:off x="4917781" y="2175720"/>
            <a:ext cx="0" cy="164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1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3EF86F0-83EE-4464-AF9A-81591E5A2537}"/>
              </a:ext>
            </a:extLst>
          </p:cNvPr>
          <p:cNvGrpSpPr/>
          <p:nvPr/>
        </p:nvGrpSpPr>
        <p:grpSpPr>
          <a:xfrm>
            <a:off x="-1399383" y="2746092"/>
            <a:ext cx="2797983" cy="2797983"/>
            <a:chOff x="1059653" y="1559660"/>
            <a:chExt cx="2797983" cy="2797983"/>
          </a:xfrm>
        </p:grpSpPr>
        <p:pic>
          <p:nvPicPr>
            <p:cNvPr id="16" name="Picture 1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03499836-68CC-198E-5696-22FF44E37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59653" y="1559660"/>
              <a:ext cx="2797983" cy="2797983"/>
            </a:xfrm>
            <a:custGeom>
              <a:avLst/>
              <a:gdLst>
                <a:gd name="connsiteX0" fmla="*/ 0 w 2797983"/>
                <a:gd name="connsiteY0" fmla="*/ 0 h 2797983"/>
                <a:gd name="connsiteX1" fmla="*/ 2797983 w 2797983"/>
                <a:gd name="connsiteY1" fmla="*/ 0 h 2797983"/>
                <a:gd name="connsiteX2" fmla="*/ 2797983 w 2797983"/>
                <a:gd name="connsiteY2" fmla="*/ 2797983 h 2797983"/>
                <a:gd name="connsiteX3" fmla="*/ 0 w 2797983"/>
                <a:gd name="connsiteY3" fmla="*/ 2797983 h 2797983"/>
                <a:gd name="connsiteX4" fmla="*/ 0 w 2797983"/>
                <a:gd name="connsiteY4" fmla="*/ 0 h 2797983"/>
                <a:gd name="connsiteX5" fmla="*/ 641748 w 2797983"/>
                <a:gd name="connsiteY5" fmla="*/ 636774 h 2797983"/>
                <a:gd name="connsiteX6" fmla="*/ 466543 w 2797983"/>
                <a:gd name="connsiteY6" fmla="*/ 812051 h 2797983"/>
                <a:gd name="connsiteX7" fmla="*/ 2156232 w 2797983"/>
                <a:gd name="connsiteY7" fmla="*/ 2501054 h 2797983"/>
                <a:gd name="connsiteX8" fmla="*/ 2331437 w 2797983"/>
                <a:gd name="connsiteY8" fmla="*/ 2325778 h 2797983"/>
                <a:gd name="connsiteX9" fmla="*/ 641748 w 2797983"/>
                <a:gd name="connsiteY9" fmla="*/ 636774 h 2797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97983" h="2797983">
                  <a:moveTo>
                    <a:pt x="0" y="0"/>
                  </a:moveTo>
                  <a:lnTo>
                    <a:pt x="2797983" y="0"/>
                  </a:lnTo>
                  <a:lnTo>
                    <a:pt x="2797983" y="2797983"/>
                  </a:lnTo>
                  <a:lnTo>
                    <a:pt x="0" y="2797983"/>
                  </a:lnTo>
                  <a:lnTo>
                    <a:pt x="0" y="0"/>
                  </a:lnTo>
                  <a:close/>
                  <a:moveTo>
                    <a:pt x="641748" y="636774"/>
                  </a:moveTo>
                  <a:lnTo>
                    <a:pt x="466543" y="812051"/>
                  </a:lnTo>
                  <a:lnTo>
                    <a:pt x="2156232" y="2501054"/>
                  </a:lnTo>
                  <a:lnTo>
                    <a:pt x="2331437" y="2325778"/>
                  </a:lnTo>
                  <a:lnTo>
                    <a:pt x="641748" y="636774"/>
                  </a:lnTo>
                  <a:close/>
                </a:path>
              </a:pathLst>
            </a:cu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82ECC4-502E-0E61-A122-13E21CA5686C}"/>
                </a:ext>
              </a:extLst>
            </p:cNvPr>
            <p:cNvSpPr/>
            <p:nvPr/>
          </p:nvSpPr>
          <p:spPr>
            <a:xfrm rot="2699303">
              <a:off x="1264097" y="3004661"/>
              <a:ext cx="2389096" cy="247828"/>
            </a:xfrm>
            <a:prstGeom prst="rect">
              <a:avLst/>
            </a:prstGeom>
            <a:noFill/>
            <a:ln w="1016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3A1FA2-2AE0-9186-0904-9A7D59703C4B}"/>
              </a:ext>
            </a:extLst>
          </p:cNvPr>
          <p:cNvGrpSpPr/>
          <p:nvPr/>
        </p:nvGrpSpPr>
        <p:grpSpPr>
          <a:xfrm>
            <a:off x="-1398600" y="-687101"/>
            <a:ext cx="2797200" cy="2797200"/>
            <a:chOff x="5349982" y="1560443"/>
            <a:chExt cx="2797200" cy="2797200"/>
          </a:xfrm>
        </p:grpSpPr>
        <p:pic>
          <p:nvPicPr>
            <p:cNvPr id="20" name="Picture 1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15B01031-8304-7F7F-EC0A-625DFC288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349982" y="1560443"/>
              <a:ext cx="2797200" cy="2797200"/>
            </a:xfrm>
            <a:custGeom>
              <a:avLst/>
              <a:gdLst>
                <a:gd name="connsiteX0" fmla="*/ 0 w 2797200"/>
                <a:gd name="connsiteY0" fmla="*/ 0 h 2797200"/>
                <a:gd name="connsiteX1" fmla="*/ 2797200 w 2797200"/>
                <a:gd name="connsiteY1" fmla="*/ 0 h 2797200"/>
                <a:gd name="connsiteX2" fmla="*/ 2797200 w 2797200"/>
                <a:gd name="connsiteY2" fmla="*/ 2797200 h 2797200"/>
                <a:gd name="connsiteX3" fmla="*/ 0 w 2797200"/>
                <a:gd name="connsiteY3" fmla="*/ 2797200 h 2797200"/>
                <a:gd name="connsiteX4" fmla="*/ 0 w 2797200"/>
                <a:gd name="connsiteY4" fmla="*/ 0 h 2797200"/>
                <a:gd name="connsiteX5" fmla="*/ 641359 w 2797200"/>
                <a:gd name="connsiteY5" fmla="*/ 635992 h 2797200"/>
                <a:gd name="connsiteX6" fmla="*/ 466153 w 2797200"/>
                <a:gd name="connsiteY6" fmla="*/ 811269 h 2797200"/>
                <a:gd name="connsiteX7" fmla="*/ 2155842 w 2797200"/>
                <a:gd name="connsiteY7" fmla="*/ 2500272 h 2797200"/>
                <a:gd name="connsiteX8" fmla="*/ 2331047 w 2797200"/>
                <a:gd name="connsiteY8" fmla="*/ 2324996 h 2797200"/>
                <a:gd name="connsiteX9" fmla="*/ 641359 w 2797200"/>
                <a:gd name="connsiteY9" fmla="*/ 635992 h 279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97200" h="2797200">
                  <a:moveTo>
                    <a:pt x="0" y="0"/>
                  </a:moveTo>
                  <a:lnTo>
                    <a:pt x="2797200" y="0"/>
                  </a:lnTo>
                  <a:lnTo>
                    <a:pt x="2797200" y="2797200"/>
                  </a:lnTo>
                  <a:lnTo>
                    <a:pt x="0" y="2797200"/>
                  </a:lnTo>
                  <a:lnTo>
                    <a:pt x="0" y="0"/>
                  </a:lnTo>
                  <a:close/>
                  <a:moveTo>
                    <a:pt x="641359" y="635992"/>
                  </a:moveTo>
                  <a:lnTo>
                    <a:pt x="466153" y="811269"/>
                  </a:lnTo>
                  <a:lnTo>
                    <a:pt x="2155842" y="2500272"/>
                  </a:lnTo>
                  <a:lnTo>
                    <a:pt x="2331047" y="2324996"/>
                  </a:lnTo>
                  <a:lnTo>
                    <a:pt x="641359" y="635992"/>
                  </a:lnTo>
                  <a:close/>
                </a:path>
              </a:pathLst>
            </a:cu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D4239B-8DF2-421E-C444-A40650C69784}"/>
                </a:ext>
              </a:extLst>
            </p:cNvPr>
            <p:cNvSpPr/>
            <p:nvPr/>
          </p:nvSpPr>
          <p:spPr>
            <a:xfrm rot="2699303">
              <a:off x="5554034" y="3004662"/>
              <a:ext cx="2389096" cy="247828"/>
            </a:xfrm>
            <a:prstGeom prst="rect">
              <a:avLst/>
            </a:prstGeom>
            <a:noFill/>
            <a:ln w="1016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9DF5033-716A-92EF-FFE4-D66B349037DB}"/>
              </a:ext>
            </a:extLst>
          </p:cNvPr>
          <p:cNvSpPr/>
          <p:nvPr/>
        </p:nvSpPr>
        <p:spPr>
          <a:xfrm>
            <a:off x="288930" y="3168983"/>
            <a:ext cx="2797983" cy="279798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BEFD44F-D9FC-C6E0-1EB4-7890BEAA9491}"/>
              </a:ext>
            </a:extLst>
          </p:cNvPr>
          <p:cNvGrpSpPr/>
          <p:nvPr/>
        </p:nvGrpSpPr>
        <p:grpSpPr>
          <a:xfrm>
            <a:off x="6422099" y="657631"/>
            <a:ext cx="1813304" cy="1813304"/>
            <a:chOff x="5415013" y="658727"/>
            <a:chExt cx="1813304" cy="1813304"/>
          </a:xfrm>
        </p:grpSpPr>
        <p:pic>
          <p:nvPicPr>
            <p:cNvPr id="40" name="Picture 3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9F4C2744-A64D-136C-D192-B280ED236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5013" y="658727"/>
              <a:ext cx="1813304" cy="1813304"/>
            </a:xfrm>
            <a:prstGeom prst="rect">
              <a:avLst/>
            </a:prstGeom>
          </p:spPr>
        </p:pic>
        <p:pic>
          <p:nvPicPr>
            <p:cNvPr id="42" name="Picture 4" descr="2001 A Space Odyssey png images | PNGWing">
              <a:extLst>
                <a:ext uri="{FF2B5EF4-FFF2-40B4-BE49-F238E27FC236}">
                  <a16:creationId xmlns:a16="http://schemas.microsoft.com/office/drawing/2014/main" id="{8FEE0BFE-377E-935D-855C-3B04C611D4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41667" y1="13611" x2="41667" y2="13611"/>
                          <a14:foregroundMark x1="45556" y1="12222" x2="49167" y2="12222"/>
                          <a14:foregroundMark x1="51944" y1="12222" x2="51944" y2="12222"/>
                          <a14:foregroundMark x1="55000" y1="12500" x2="56944" y2="12778"/>
                          <a14:foregroundMark x1="59722" y1="12778" x2="62222" y2="13056"/>
                          <a14:foregroundMark x1="62500" y1="13056" x2="63889" y2="14167"/>
                          <a14:foregroundMark x1="64444" y1="14444" x2="65278" y2="15278"/>
                          <a14:foregroundMark x1="68611" y1="17222" x2="70833" y2="18611"/>
                          <a14:foregroundMark x1="72778" y1="19444" x2="74167" y2="20556"/>
                          <a14:foregroundMark x1="74444" y1="20833" x2="74444" y2="20833"/>
                          <a14:foregroundMark x1="75833" y1="21667" x2="76944" y2="22778"/>
                          <a14:foregroundMark x1="80556" y1="26389" x2="81111" y2="27222"/>
                          <a14:foregroundMark x1="81389" y1="27222" x2="81944" y2="28889"/>
                          <a14:foregroundMark x1="82778" y1="30278" x2="83611" y2="32778"/>
                          <a14:foregroundMark x1="85000" y1="35278" x2="85556" y2="37222"/>
                          <a14:foregroundMark x1="86389" y1="38611" x2="86667" y2="40000"/>
                          <a14:foregroundMark x1="87500" y1="41667" x2="87778" y2="45278"/>
                          <a14:foregroundMark x1="87778" y1="46389" x2="88056" y2="51111"/>
                          <a14:foregroundMark x1="88056" y1="53611" x2="87778" y2="56667"/>
                          <a14:foregroundMark x1="87222" y1="59167" x2="87222" y2="59167"/>
                          <a14:foregroundMark x1="86389" y1="62778" x2="86111" y2="64722"/>
                          <a14:foregroundMark x1="85833" y1="66667" x2="84722" y2="69444"/>
                          <a14:foregroundMark x1="83611" y1="70278" x2="81389" y2="73611"/>
                          <a14:foregroundMark x1="77222" y1="77222" x2="77222" y2="77222"/>
                          <a14:foregroundMark x1="75278" y1="78056" x2="73611" y2="80278"/>
                          <a14:foregroundMark x1="71944" y1="82222" x2="70278" y2="83056"/>
                          <a14:foregroundMark x1="69167" y1="83056" x2="66111" y2="83611"/>
                          <a14:foregroundMark x1="63333" y1="83611" x2="61389" y2="84444"/>
                          <a14:foregroundMark x1="60556" y1="84444" x2="58889" y2="85278"/>
                          <a14:foregroundMark x1="52500" y1="88611" x2="52500" y2="88611"/>
                          <a14:foregroundMark x1="51389" y1="88889" x2="51389" y2="88889"/>
                        </a14:backgroundRemoval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5662" y="1287675"/>
              <a:ext cx="612000" cy="61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360DF98-63B2-AFAC-0087-CF98FCD1276C}"/>
              </a:ext>
            </a:extLst>
          </p:cNvPr>
          <p:cNvGrpSpPr/>
          <p:nvPr/>
        </p:nvGrpSpPr>
        <p:grpSpPr>
          <a:xfrm>
            <a:off x="4292226" y="657631"/>
            <a:ext cx="1814400" cy="1814400"/>
            <a:chOff x="4292226" y="657631"/>
            <a:chExt cx="1814400" cy="1814400"/>
          </a:xfrm>
        </p:grpSpPr>
        <p:pic>
          <p:nvPicPr>
            <p:cNvPr id="38" name="Picture 3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C0528A17-3201-99F5-54DB-E8BD72758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2226" y="657631"/>
              <a:ext cx="1814400" cy="1814400"/>
            </a:xfrm>
            <a:prstGeom prst="rect">
              <a:avLst/>
            </a:prstGeom>
          </p:spPr>
        </p:pic>
        <p:pic>
          <p:nvPicPr>
            <p:cNvPr id="4" name="Picture 4" descr="2001 A Space Odyssey png images | PNGWing">
              <a:extLst>
                <a:ext uri="{FF2B5EF4-FFF2-40B4-BE49-F238E27FC236}">
                  <a16:creationId xmlns:a16="http://schemas.microsoft.com/office/drawing/2014/main" id="{C48F2395-4051-9902-5951-DCA4EF0EB5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41667" y1="13611" x2="41667" y2="13611"/>
                          <a14:foregroundMark x1="45556" y1="12222" x2="49167" y2="12222"/>
                          <a14:foregroundMark x1="51944" y1="12222" x2="51944" y2="12222"/>
                          <a14:foregroundMark x1="55000" y1="12500" x2="56944" y2="12778"/>
                          <a14:foregroundMark x1="59722" y1="12778" x2="62222" y2="13056"/>
                          <a14:foregroundMark x1="62500" y1="13056" x2="63889" y2="14167"/>
                          <a14:foregroundMark x1="64444" y1="14444" x2="65278" y2="15278"/>
                          <a14:foregroundMark x1="68611" y1="17222" x2="70833" y2="18611"/>
                          <a14:foregroundMark x1="72778" y1="19444" x2="74167" y2="20556"/>
                          <a14:foregroundMark x1="74444" y1="20833" x2="74444" y2="20833"/>
                          <a14:foregroundMark x1="75833" y1="21667" x2="76944" y2="22778"/>
                          <a14:foregroundMark x1="80556" y1="26389" x2="81111" y2="27222"/>
                          <a14:foregroundMark x1="81389" y1="27222" x2="81944" y2="28889"/>
                          <a14:foregroundMark x1="82778" y1="30278" x2="83611" y2="32778"/>
                          <a14:foregroundMark x1="85000" y1="35278" x2="85556" y2="37222"/>
                          <a14:foregroundMark x1="86389" y1="38611" x2="86667" y2="40000"/>
                          <a14:foregroundMark x1="87500" y1="41667" x2="87778" y2="45278"/>
                          <a14:foregroundMark x1="87778" y1="46389" x2="88056" y2="51111"/>
                          <a14:foregroundMark x1="88056" y1="53611" x2="87778" y2="56667"/>
                          <a14:foregroundMark x1="87222" y1="59167" x2="87222" y2="59167"/>
                          <a14:foregroundMark x1="86389" y1="62778" x2="86111" y2="64722"/>
                          <a14:foregroundMark x1="85833" y1="66667" x2="84722" y2="69444"/>
                          <a14:foregroundMark x1="83611" y1="70278" x2="81389" y2="73611"/>
                          <a14:foregroundMark x1="77222" y1="77222" x2="77222" y2="77222"/>
                          <a14:foregroundMark x1="75278" y1="78056" x2="73611" y2="80278"/>
                          <a14:foregroundMark x1="71944" y1="82222" x2="70278" y2="83056"/>
                          <a14:foregroundMark x1="69167" y1="83056" x2="66111" y2="83611"/>
                          <a14:foregroundMark x1="63333" y1="83611" x2="61389" y2="84444"/>
                          <a14:foregroundMark x1="60556" y1="84444" x2="58889" y2="85278"/>
                          <a14:foregroundMark x1="52500" y1="88611" x2="52500" y2="88611"/>
                          <a14:foregroundMark x1="51389" y1="88889" x2="51389" y2="88889"/>
                        </a14:backgroundRemoval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3426" y="1286579"/>
              <a:ext cx="612000" cy="61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45811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ECDC650-B64B-E876-3309-AAA4E6046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65555" y="275848"/>
            <a:ext cx="6941410" cy="6941410"/>
          </a:xfrm>
          <a:prstGeom prst="rect">
            <a:avLst/>
          </a:prstGeom>
        </p:spPr>
      </p:pic>
      <p:pic>
        <p:nvPicPr>
          <p:cNvPr id="40" name="Picture 3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00BC2D6-0FB5-45E4-E941-17F4C0C7E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18" t="-1" r="24791" b="74431"/>
          <a:stretch/>
        </p:blipFill>
        <p:spPr>
          <a:xfrm>
            <a:off x="449522" y="-360182"/>
            <a:ext cx="1273175" cy="127205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8A33FD-BE4F-7231-8752-36C4F6AD9098}"/>
              </a:ext>
            </a:extLst>
          </p:cNvPr>
          <p:cNvCxnSpPr>
            <a:cxnSpLocks/>
            <a:stCxn id="48" idx="2"/>
            <a:endCxn id="48" idx="0"/>
          </p:cNvCxnSpPr>
          <p:nvPr/>
        </p:nvCxnSpPr>
        <p:spPr>
          <a:xfrm flipV="1">
            <a:off x="105150" y="275848"/>
            <a:ext cx="0" cy="6941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94956C26-D0A1-B537-D798-0B42BF938A1D}"/>
              </a:ext>
            </a:extLst>
          </p:cNvPr>
          <p:cNvGrpSpPr/>
          <p:nvPr/>
        </p:nvGrpSpPr>
        <p:grpSpPr>
          <a:xfrm>
            <a:off x="-318458" y="5697876"/>
            <a:ext cx="1576698" cy="1578650"/>
            <a:chOff x="7278943" y="2327464"/>
            <a:chExt cx="1576698" cy="1578650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0484503B-3C14-0CA6-B200-80E62A3D0841}"/>
                </a:ext>
              </a:extLst>
            </p:cNvPr>
            <p:cNvSpPr/>
            <p:nvPr/>
          </p:nvSpPr>
          <p:spPr>
            <a:xfrm>
              <a:off x="7278944" y="2329416"/>
              <a:ext cx="525566" cy="52556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5469454F-4E2A-94FB-C590-AAC48BA45E66}"/>
                </a:ext>
              </a:extLst>
            </p:cNvPr>
            <p:cNvSpPr/>
            <p:nvPr/>
          </p:nvSpPr>
          <p:spPr>
            <a:xfrm>
              <a:off x="7804509" y="2854982"/>
              <a:ext cx="525566" cy="525566"/>
            </a:xfrm>
            <a:prstGeom prst="rect">
              <a:avLst/>
            </a:prstGeom>
            <a:solidFill>
              <a:srgbClr val="A573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AB51D52C-FC93-EFEC-BF75-199E3DBD9F1E}"/>
                </a:ext>
              </a:extLst>
            </p:cNvPr>
            <p:cNvSpPr/>
            <p:nvPr/>
          </p:nvSpPr>
          <p:spPr>
            <a:xfrm>
              <a:off x="7278943" y="3380548"/>
              <a:ext cx="525566" cy="52556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FD45CF7F-F2AF-7BA6-E88D-06A0050A7369}"/>
                </a:ext>
              </a:extLst>
            </p:cNvPr>
            <p:cNvSpPr/>
            <p:nvPr/>
          </p:nvSpPr>
          <p:spPr>
            <a:xfrm>
              <a:off x="8330075" y="3380548"/>
              <a:ext cx="525566" cy="52556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938C790E-4E75-0516-7A89-FB8626479CE8}"/>
                </a:ext>
              </a:extLst>
            </p:cNvPr>
            <p:cNvSpPr/>
            <p:nvPr/>
          </p:nvSpPr>
          <p:spPr>
            <a:xfrm>
              <a:off x="8330075" y="2327464"/>
              <a:ext cx="525566" cy="52556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C2B4D73B-771C-8563-3AE8-FDDC066F000B}"/>
                </a:ext>
              </a:extLst>
            </p:cNvPr>
            <p:cNvSpPr/>
            <p:nvPr/>
          </p:nvSpPr>
          <p:spPr>
            <a:xfrm>
              <a:off x="7804509" y="3380548"/>
              <a:ext cx="525566" cy="525566"/>
            </a:xfrm>
            <a:prstGeom prst="rect">
              <a:avLst/>
            </a:prstGeom>
            <a:solidFill>
              <a:srgbClr val="C8A04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326C7D72-6577-184E-6BA5-B84792C78D14}"/>
              </a:ext>
            </a:extLst>
          </p:cNvPr>
          <p:cNvGrpSpPr/>
          <p:nvPr/>
        </p:nvGrpSpPr>
        <p:grpSpPr>
          <a:xfrm>
            <a:off x="5647225" y="4849705"/>
            <a:ext cx="1576699" cy="1569858"/>
            <a:chOff x="4538566" y="2212198"/>
            <a:chExt cx="1576699" cy="1569858"/>
          </a:xfrm>
        </p:grpSpPr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A2A4D9DF-9304-1A22-28CC-783BDB4977D4}"/>
                </a:ext>
              </a:extLst>
            </p:cNvPr>
            <p:cNvGrpSpPr/>
            <p:nvPr/>
          </p:nvGrpSpPr>
          <p:grpSpPr>
            <a:xfrm>
              <a:off x="4538566" y="2212198"/>
              <a:ext cx="1576699" cy="1569858"/>
              <a:chOff x="4492457" y="2062729"/>
              <a:chExt cx="1576699" cy="1569858"/>
            </a:xfrm>
          </p:grpSpPr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F2267F46-9E23-2C65-F046-E4738CDDAF18}"/>
                  </a:ext>
                </a:extLst>
              </p:cNvPr>
              <p:cNvSpPr/>
              <p:nvPr/>
            </p:nvSpPr>
            <p:spPr>
              <a:xfrm>
                <a:off x="5543590" y="2581455"/>
                <a:ext cx="525566" cy="52556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D494A915-DCE5-74ED-6E89-3AF2E08C487B}"/>
                  </a:ext>
                </a:extLst>
              </p:cNvPr>
              <p:cNvSpPr/>
              <p:nvPr/>
            </p:nvSpPr>
            <p:spPr>
              <a:xfrm>
                <a:off x="4492457" y="2581455"/>
                <a:ext cx="525566" cy="52556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45C0BECD-D1B1-3955-C997-CD0B29BA5ABF}"/>
                  </a:ext>
                </a:extLst>
              </p:cNvPr>
              <p:cNvSpPr/>
              <p:nvPr/>
            </p:nvSpPr>
            <p:spPr>
              <a:xfrm>
                <a:off x="5018023" y="3107021"/>
                <a:ext cx="525566" cy="525566"/>
              </a:xfrm>
              <a:prstGeom prst="rect">
                <a:avLst/>
              </a:prstGeom>
              <a:solidFill>
                <a:srgbClr val="A573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CB07F286-27E4-85AF-EC81-E4E126418EEE}"/>
                  </a:ext>
                </a:extLst>
              </p:cNvPr>
              <p:cNvSpPr/>
              <p:nvPr/>
            </p:nvSpPr>
            <p:spPr>
              <a:xfrm>
                <a:off x="5018023" y="2062729"/>
                <a:ext cx="525566" cy="52556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87024F67-1A61-8EC6-A8FA-8802C299F94E}"/>
                </a:ext>
              </a:extLst>
            </p:cNvPr>
            <p:cNvSpPr/>
            <p:nvPr/>
          </p:nvSpPr>
          <p:spPr>
            <a:xfrm>
              <a:off x="5064132" y="2730924"/>
              <a:ext cx="525566" cy="525566"/>
            </a:xfrm>
            <a:prstGeom prst="rect">
              <a:avLst/>
            </a:prstGeom>
            <a:solidFill>
              <a:srgbClr val="C8A04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DE345E3E-7528-73B7-B833-0098CC86E63C}"/>
              </a:ext>
            </a:extLst>
          </p:cNvPr>
          <p:cNvCxnSpPr>
            <a:cxnSpLocks/>
          </p:cNvCxnSpPr>
          <p:nvPr/>
        </p:nvCxnSpPr>
        <p:spPr>
          <a:xfrm flipH="1">
            <a:off x="2754758" y="1247965"/>
            <a:ext cx="12517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83282DB0-343C-D299-A2E9-C48A2FC2E7B6}"/>
              </a:ext>
            </a:extLst>
          </p:cNvPr>
          <p:cNvGrpSpPr/>
          <p:nvPr/>
        </p:nvGrpSpPr>
        <p:grpSpPr>
          <a:xfrm>
            <a:off x="5427498" y="796311"/>
            <a:ext cx="2713339" cy="2711797"/>
            <a:chOff x="5427498" y="796311"/>
            <a:chExt cx="2713339" cy="2711797"/>
          </a:xfrm>
        </p:grpSpPr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411F5DD3-C35A-71DD-55DE-7FD93E66D2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27498" y="796311"/>
              <a:ext cx="2713339" cy="2711797"/>
            </a:xfrm>
            <a:prstGeom prst="rect">
              <a:avLst/>
            </a:prstGeom>
            <a:solidFill>
              <a:srgbClr val="00B050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A97AB320-333E-8501-2B8F-3EC49E613146}"/>
                </a:ext>
              </a:extLst>
            </p:cNvPr>
            <p:cNvGrpSpPr/>
            <p:nvPr/>
          </p:nvGrpSpPr>
          <p:grpSpPr>
            <a:xfrm>
              <a:off x="5996601" y="1363111"/>
              <a:ext cx="1575132" cy="1578196"/>
              <a:chOff x="5731468" y="1626643"/>
              <a:chExt cx="1575132" cy="1578196"/>
            </a:xfrm>
          </p:grpSpPr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57E1D151-7430-4980-8472-B93B3582A35D}"/>
                  </a:ext>
                </a:extLst>
              </p:cNvPr>
              <p:cNvSpPr/>
              <p:nvPr/>
            </p:nvSpPr>
            <p:spPr>
              <a:xfrm>
                <a:off x="6781034" y="1626643"/>
                <a:ext cx="525566" cy="52556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31980976-4AA6-4264-ECD8-A11A9D452FF2}"/>
                  </a:ext>
                </a:extLst>
              </p:cNvPr>
              <p:cNvSpPr/>
              <p:nvPr/>
            </p:nvSpPr>
            <p:spPr>
              <a:xfrm>
                <a:off x="5731468" y="1626643"/>
                <a:ext cx="525566" cy="52556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DF8C714E-7A2C-2953-85B7-C6C20EF9BFDB}"/>
                  </a:ext>
                </a:extLst>
              </p:cNvPr>
              <p:cNvSpPr/>
              <p:nvPr/>
            </p:nvSpPr>
            <p:spPr>
              <a:xfrm>
                <a:off x="6781034" y="2679273"/>
                <a:ext cx="525566" cy="52556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F349DC31-9620-6310-23C6-97E59823B2E3}"/>
                  </a:ext>
                </a:extLst>
              </p:cNvPr>
              <p:cNvSpPr/>
              <p:nvPr/>
            </p:nvSpPr>
            <p:spPr>
              <a:xfrm>
                <a:off x="5731468" y="2679273"/>
                <a:ext cx="525566" cy="525566"/>
              </a:xfrm>
              <a:prstGeom prst="rect">
                <a:avLst/>
              </a:prstGeom>
              <a:solidFill>
                <a:srgbClr val="A573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82D80D55-3AC2-64FC-3CA4-1C5C3484FA52}"/>
                  </a:ext>
                </a:extLst>
              </p:cNvPr>
              <p:cNvSpPr/>
              <p:nvPr/>
            </p:nvSpPr>
            <p:spPr>
              <a:xfrm>
                <a:off x="6258992" y="2153707"/>
                <a:ext cx="525566" cy="525566"/>
              </a:xfrm>
              <a:prstGeom prst="rect">
                <a:avLst/>
              </a:prstGeom>
              <a:solidFill>
                <a:srgbClr val="A573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09806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5F9299A8-F1D6-6872-D836-0ACFECB6524D}"/>
              </a:ext>
            </a:extLst>
          </p:cNvPr>
          <p:cNvSpPr/>
          <p:nvPr/>
        </p:nvSpPr>
        <p:spPr>
          <a:xfrm>
            <a:off x="3488679" y="982065"/>
            <a:ext cx="1219047" cy="1219047"/>
          </a:xfrm>
          <a:prstGeom prst="rect">
            <a:avLst/>
          </a:prstGeom>
          <a:solidFill>
            <a:schemeClr val="tx1">
              <a:alpha val="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721EF9-B2D6-D5D3-1DB2-B112C414F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679" y="982064"/>
            <a:ext cx="1219048" cy="1219048"/>
          </a:xfrm>
          <a:prstGeom prst="rect">
            <a:avLst/>
          </a:prstGeom>
          <a:ln w="3175">
            <a:noFill/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C511A61-1F9D-0CA5-4FCB-A54D1D2B0CEF}"/>
              </a:ext>
            </a:extLst>
          </p:cNvPr>
          <p:cNvGrpSpPr/>
          <p:nvPr/>
        </p:nvGrpSpPr>
        <p:grpSpPr>
          <a:xfrm>
            <a:off x="5368278" y="982064"/>
            <a:ext cx="1219048" cy="1219048"/>
            <a:chOff x="3488678" y="2563213"/>
            <a:chExt cx="1219048" cy="1219048"/>
          </a:xfrm>
        </p:grpSpPr>
        <p:pic>
          <p:nvPicPr>
            <p:cNvPr id="6" name="Picture 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63EAA8DC-54AF-29B2-FC86-02CE8E2F5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488678" y="2563213"/>
              <a:ext cx="1219048" cy="1219048"/>
            </a:xfrm>
            <a:custGeom>
              <a:avLst/>
              <a:gdLst>
                <a:gd name="connsiteX0" fmla="*/ 614777 w 1219048"/>
                <a:gd name="connsiteY0" fmla="*/ 252857 h 1219048"/>
                <a:gd name="connsiteX1" fmla="*/ 614777 w 1219048"/>
                <a:gd name="connsiteY1" fmla="*/ 612662 h 1219048"/>
                <a:gd name="connsiteX2" fmla="*/ 1062452 w 1219048"/>
                <a:gd name="connsiteY2" fmla="*/ 612662 h 1219048"/>
                <a:gd name="connsiteX3" fmla="*/ 1062452 w 1219048"/>
                <a:gd name="connsiteY3" fmla="*/ 252857 h 1219048"/>
                <a:gd name="connsiteX4" fmla="*/ 0 w 1219048"/>
                <a:gd name="connsiteY4" fmla="*/ 0 h 1219048"/>
                <a:gd name="connsiteX5" fmla="*/ 1219048 w 1219048"/>
                <a:gd name="connsiteY5" fmla="*/ 0 h 1219048"/>
                <a:gd name="connsiteX6" fmla="*/ 1219048 w 1219048"/>
                <a:gd name="connsiteY6" fmla="*/ 1219048 h 1219048"/>
                <a:gd name="connsiteX7" fmla="*/ 0 w 1219048"/>
                <a:gd name="connsiteY7" fmla="*/ 1219048 h 1219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48" h="1219048">
                  <a:moveTo>
                    <a:pt x="614777" y="252857"/>
                  </a:moveTo>
                  <a:lnTo>
                    <a:pt x="614777" y="612662"/>
                  </a:lnTo>
                  <a:lnTo>
                    <a:pt x="1062452" y="612662"/>
                  </a:lnTo>
                  <a:lnTo>
                    <a:pt x="1062452" y="252857"/>
                  </a:lnTo>
                  <a:close/>
                  <a:moveTo>
                    <a:pt x="0" y="0"/>
                  </a:moveTo>
                  <a:lnTo>
                    <a:pt x="1219048" y="0"/>
                  </a:lnTo>
                  <a:lnTo>
                    <a:pt x="1219048" y="1219048"/>
                  </a:lnTo>
                  <a:lnTo>
                    <a:pt x="0" y="1219048"/>
                  </a:lnTo>
                  <a:close/>
                </a:path>
              </a:pathLst>
            </a:custGeom>
            <a:ln w="3175">
              <a:noFill/>
            </a:ln>
          </p:spPr>
        </p:pic>
        <p:pic>
          <p:nvPicPr>
            <p:cNvPr id="3" name="Picture 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41DE05DB-44D3-274F-26B5-53D7FBA09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71" t="-1" r="22164" b="42942"/>
            <a:stretch/>
          </p:blipFill>
          <p:spPr>
            <a:xfrm>
              <a:off x="4060102" y="2647814"/>
              <a:ext cx="518248" cy="597687"/>
            </a:xfrm>
            <a:prstGeom prst="rect">
              <a:avLst/>
            </a:prstGeom>
          </p:spPr>
        </p:pic>
      </p:grpSp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8C77222-0084-34FD-A672-A8870A8F58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86" t="29058" r="34060" b="29057"/>
          <a:stretch/>
        </p:blipFill>
        <p:spPr>
          <a:xfrm rot="5400000">
            <a:off x="1385033" y="3089238"/>
            <a:ext cx="233225" cy="302864"/>
          </a:xfrm>
          <a:custGeom>
            <a:avLst/>
            <a:gdLst>
              <a:gd name="connsiteX0" fmla="*/ 0 w 409575"/>
              <a:gd name="connsiteY0" fmla="*/ 0 h 531871"/>
              <a:gd name="connsiteX1" fmla="*/ 409575 w 409575"/>
              <a:gd name="connsiteY1" fmla="*/ 0 h 531871"/>
              <a:gd name="connsiteX2" fmla="*/ 409575 w 409575"/>
              <a:gd name="connsiteY2" fmla="*/ 411212 h 531871"/>
              <a:gd name="connsiteX3" fmla="*/ 335757 w 409575"/>
              <a:gd name="connsiteY3" fmla="*/ 411212 h 531871"/>
              <a:gd name="connsiteX4" fmla="*/ 335757 w 409575"/>
              <a:gd name="connsiteY4" fmla="*/ 531871 h 531871"/>
              <a:gd name="connsiteX5" fmla="*/ 0 w 409575"/>
              <a:gd name="connsiteY5" fmla="*/ 531871 h 53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9575" h="531871">
                <a:moveTo>
                  <a:pt x="0" y="0"/>
                </a:moveTo>
                <a:lnTo>
                  <a:pt x="409575" y="0"/>
                </a:lnTo>
                <a:lnTo>
                  <a:pt x="409575" y="411212"/>
                </a:lnTo>
                <a:lnTo>
                  <a:pt x="335757" y="411212"/>
                </a:lnTo>
                <a:lnTo>
                  <a:pt x="335757" y="531871"/>
                </a:lnTo>
                <a:lnTo>
                  <a:pt x="0" y="531871"/>
                </a:lnTo>
                <a:close/>
              </a:path>
            </a:pathLst>
          </a:cu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A7736FD-99AA-975F-F284-E3234C5757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679" y="2631064"/>
            <a:ext cx="1219212" cy="1219212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7E6F96BA-D601-1A3E-CAE7-5909CA88919B}"/>
              </a:ext>
            </a:extLst>
          </p:cNvPr>
          <p:cNvSpPr/>
          <p:nvPr/>
        </p:nvSpPr>
        <p:spPr>
          <a:xfrm>
            <a:off x="729655" y="981737"/>
            <a:ext cx="1219047" cy="1219047"/>
          </a:xfrm>
          <a:prstGeom prst="rect">
            <a:avLst/>
          </a:prstGeom>
          <a:solidFill>
            <a:schemeClr val="tx1">
              <a:alpha val="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2" name="Picture 6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AE3038-2151-6725-0BA8-789BA2A876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3" r="49999"/>
          <a:stretch/>
        </p:blipFill>
        <p:spPr>
          <a:xfrm>
            <a:off x="2760855" y="2631064"/>
            <a:ext cx="447675" cy="1219212"/>
          </a:xfrm>
          <a:prstGeom prst="rect">
            <a:avLst/>
          </a:prstGeom>
        </p:spPr>
      </p:pic>
      <p:pic>
        <p:nvPicPr>
          <p:cNvPr id="64" name="Picture 6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31CAD74-2620-9A35-40D6-1095E84091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98" r="23633" b="71190"/>
          <a:stretch/>
        </p:blipFill>
        <p:spPr>
          <a:xfrm>
            <a:off x="2306559" y="4068099"/>
            <a:ext cx="309856" cy="203385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5BA47E03-B68E-E0F2-9775-1FF21EDCC5BD}"/>
              </a:ext>
            </a:extLst>
          </p:cNvPr>
          <p:cNvGrpSpPr/>
          <p:nvPr/>
        </p:nvGrpSpPr>
        <p:grpSpPr>
          <a:xfrm>
            <a:off x="2109167" y="969862"/>
            <a:ext cx="1219047" cy="1227758"/>
            <a:chOff x="2109167" y="969862"/>
            <a:chExt cx="1219047" cy="122775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74C779-53B5-79BB-25D4-7C3D7365F449}"/>
                </a:ext>
              </a:extLst>
            </p:cNvPr>
            <p:cNvSpPr/>
            <p:nvPr/>
          </p:nvSpPr>
          <p:spPr>
            <a:xfrm>
              <a:off x="2109167" y="978408"/>
              <a:ext cx="1219047" cy="1219047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0" name="Picture 5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6E2CA2AA-BF18-4DFA-48CC-D60249802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1" r="13280"/>
            <a:stretch/>
          </p:blipFill>
          <p:spPr>
            <a:xfrm>
              <a:off x="2191246" y="969862"/>
              <a:ext cx="447675" cy="1219212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9662436-8E33-EDDE-3FBD-F07D54794D9D}"/>
                </a:ext>
              </a:extLst>
            </p:cNvPr>
            <p:cNvGrpSpPr/>
            <p:nvPr/>
          </p:nvGrpSpPr>
          <p:grpSpPr>
            <a:xfrm>
              <a:off x="2798459" y="978408"/>
              <a:ext cx="447675" cy="1219212"/>
              <a:chOff x="4098130" y="3839519"/>
              <a:chExt cx="447675" cy="1219212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9F6828C-34C7-2967-97A6-ED1D941ED4D0}"/>
                  </a:ext>
                </a:extLst>
              </p:cNvPr>
              <p:cNvGrpSpPr/>
              <p:nvPr/>
            </p:nvGrpSpPr>
            <p:grpSpPr>
              <a:xfrm>
                <a:off x="4098130" y="3839519"/>
                <a:ext cx="447675" cy="1219212"/>
                <a:chOff x="4098130" y="3839519"/>
                <a:chExt cx="447675" cy="1219212"/>
              </a:xfrm>
            </p:grpSpPr>
            <p:pic>
              <p:nvPicPr>
                <p:cNvPr id="65" name="Picture 64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4F4011F2-06AF-290B-E4B9-BD70DA3685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6110" r="26260" b="81985"/>
                <a:stretch/>
              </p:blipFill>
              <p:spPr>
                <a:xfrm>
                  <a:off x="4180778" y="4046626"/>
                  <a:ext cx="276028" cy="104400"/>
                </a:xfrm>
                <a:prstGeom prst="rect">
                  <a:avLst/>
                </a:prstGeom>
              </p:spPr>
            </p:pic>
            <p:pic>
              <p:nvPicPr>
                <p:cNvPr id="2" name="Picture 1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05F92913-7DDB-FB57-470F-355A7A4AC0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283" r="49999"/>
                <a:stretch/>
              </p:blipFill>
              <p:spPr>
                <a:xfrm>
                  <a:off x="4098130" y="3839519"/>
                  <a:ext cx="447675" cy="1219212"/>
                </a:xfrm>
                <a:custGeom>
                  <a:avLst/>
                  <a:gdLst>
                    <a:gd name="connsiteX0" fmla="*/ 130623 w 447675"/>
                    <a:gd name="connsiteY0" fmla="*/ 146425 h 1219212"/>
                    <a:gd name="connsiteX1" fmla="*/ 130623 w 447675"/>
                    <a:gd name="connsiteY1" fmla="*/ 219052 h 1219212"/>
                    <a:gd name="connsiteX2" fmla="*/ 203251 w 447675"/>
                    <a:gd name="connsiteY2" fmla="*/ 291680 h 1219212"/>
                    <a:gd name="connsiteX3" fmla="*/ 244424 w 447675"/>
                    <a:gd name="connsiteY3" fmla="*/ 291681 h 1219212"/>
                    <a:gd name="connsiteX4" fmla="*/ 317052 w 447675"/>
                    <a:gd name="connsiteY4" fmla="*/ 219053 h 1219212"/>
                    <a:gd name="connsiteX5" fmla="*/ 317052 w 447675"/>
                    <a:gd name="connsiteY5" fmla="*/ 146425 h 1219212"/>
                    <a:gd name="connsiteX6" fmla="*/ 0 w 447675"/>
                    <a:gd name="connsiteY6" fmla="*/ 0 h 1219212"/>
                    <a:gd name="connsiteX7" fmla="*/ 447675 w 447675"/>
                    <a:gd name="connsiteY7" fmla="*/ 0 h 1219212"/>
                    <a:gd name="connsiteX8" fmla="*/ 447675 w 447675"/>
                    <a:gd name="connsiteY8" fmla="*/ 1219212 h 1219212"/>
                    <a:gd name="connsiteX9" fmla="*/ 0 w 447675"/>
                    <a:gd name="connsiteY9" fmla="*/ 1219212 h 1219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47675" h="1219212">
                      <a:moveTo>
                        <a:pt x="130623" y="146425"/>
                      </a:moveTo>
                      <a:lnTo>
                        <a:pt x="130623" y="219052"/>
                      </a:lnTo>
                      <a:cubicBezTo>
                        <a:pt x="130623" y="259163"/>
                        <a:pt x="163140" y="291680"/>
                        <a:pt x="203251" y="291680"/>
                      </a:cubicBezTo>
                      <a:lnTo>
                        <a:pt x="244424" y="291681"/>
                      </a:lnTo>
                      <a:cubicBezTo>
                        <a:pt x="284535" y="291681"/>
                        <a:pt x="317052" y="259164"/>
                        <a:pt x="317052" y="219053"/>
                      </a:cubicBezTo>
                      <a:lnTo>
                        <a:pt x="317052" y="146425"/>
                      </a:lnTo>
                      <a:close/>
                      <a:moveTo>
                        <a:pt x="0" y="0"/>
                      </a:moveTo>
                      <a:lnTo>
                        <a:pt x="447675" y="0"/>
                      </a:lnTo>
                      <a:lnTo>
                        <a:pt x="447675" y="1219212"/>
                      </a:lnTo>
                      <a:lnTo>
                        <a:pt x="0" y="1219212"/>
                      </a:lnTo>
                      <a:close/>
                    </a:path>
                  </a:pathLst>
                </a:custGeom>
              </p:spPr>
            </p:pic>
          </p:grpSp>
          <p:pic>
            <p:nvPicPr>
              <p:cNvPr id="38" name="Picture 37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46452006-F62F-0285-46BB-00CB39C5D6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-513" r="23784" b="71703"/>
              <a:stretch/>
            </p:blipFill>
            <p:spPr>
              <a:xfrm>
                <a:off x="4168117" y="3954939"/>
                <a:ext cx="307684" cy="168932"/>
              </a:xfrm>
              <a:prstGeom prst="rect">
                <a:avLst/>
              </a:prstGeom>
            </p:spPr>
          </p:pic>
        </p:grpSp>
        <p:pic>
          <p:nvPicPr>
            <p:cNvPr id="10" name="Picture 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C5AE389E-7A46-3AB4-3610-28CF78FED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86" t="29058" r="34060" b="29057"/>
            <a:stretch/>
          </p:blipFill>
          <p:spPr>
            <a:xfrm rot="5400000">
              <a:off x="2627747" y="1370042"/>
              <a:ext cx="189585" cy="246194"/>
            </a:xfrm>
            <a:custGeom>
              <a:avLst/>
              <a:gdLst>
                <a:gd name="connsiteX0" fmla="*/ 0 w 409575"/>
                <a:gd name="connsiteY0" fmla="*/ 0 h 531871"/>
                <a:gd name="connsiteX1" fmla="*/ 409575 w 409575"/>
                <a:gd name="connsiteY1" fmla="*/ 0 h 531871"/>
                <a:gd name="connsiteX2" fmla="*/ 409575 w 409575"/>
                <a:gd name="connsiteY2" fmla="*/ 411212 h 531871"/>
                <a:gd name="connsiteX3" fmla="*/ 335757 w 409575"/>
                <a:gd name="connsiteY3" fmla="*/ 411212 h 531871"/>
                <a:gd name="connsiteX4" fmla="*/ 335757 w 409575"/>
                <a:gd name="connsiteY4" fmla="*/ 531871 h 531871"/>
                <a:gd name="connsiteX5" fmla="*/ 0 w 409575"/>
                <a:gd name="connsiteY5" fmla="*/ 531871 h 53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9575" h="531871">
                  <a:moveTo>
                    <a:pt x="0" y="0"/>
                  </a:moveTo>
                  <a:lnTo>
                    <a:pt x="409575" y="0"/>
                  </a:lnTo>
                  <a:lnTo>
                    <a:pt x="409575" y="411212"/>
                  </a:lnTo>
                  <a:lnTo>
                    <a:pt x="335757" y="411212"/>
                  </a:lnTo>
                  <a:lnTo>
                    <a:pt x="335757" y="531871"/>
                  </a:lnTo>
                  <a:lnTo>
                    <a:pt x="0" y="531871"/>
                  </a:lnTo>
                  <a:close/>
                </a:path>
              </a:pathLst>
            </a:custGeom>
          </p:spPr>
        </p:pic>
      </p:grpSp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A1C36F2-9F55-4FC7-B331-1C32504112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904" y="3507283"/>
            <a:ext cx="1220400" cy="1220400"/>
          </a:xfrm>
          <a:prstGeom prst="rect">
            <a:avLst/>
          </a:prstGeom>
        </p:spPr>
      </p:pic>
      <p:pic>
        <p:nvPicPr>
          <p:cNvPr id="20" name="Picture 1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4E4C8A5-FCB4-0436-FA14-9905C15EB6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502" y="4727683"/>
            <a:ext cx="1220400" cy="1220400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8C76E55-9902-926B-0C37-02E4456B30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26" y="3661284"/>
            <a:ext cx="1220400" cy="1220400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CF06B34-ECA5-6440-1D34-EBC0C635BC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19" y="4727683"/>
            <a:ext cx="1220400" cy="122040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8F08C68D-ABEA-B788-11BD-F4045568D735}"/>
              </a:ext>
            </a:extLst>
          </p:cNvPr>
          <p:cNvGrpSpPr/>
          <p:nvPr/>
        </p:nvGrpSpPr>
        <p:grpSpPr>
          <a:xfrm>
            <a:off x="7725468" y="1054828"/>
            <a:ext cx="1220400" cy="1219047"/>
            <a:chOff x="7725468" y="1054828"/>
            <a:chExt cx="1220400" cy="121904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925D560-ADC0-6896-0FA8-83FA9C76D5EA}"/>
                </a:ext>
              </a:extLst>
            </p:cNvPr>
            <p:cNvSpPr/>
            <p:nvPr/>
          </p:nvSpPr>
          <p:spPr>
            <a:xfrm>
              <a:off x="7726821" y="1054828"/>
              <a:ext cx="1219047" cy="1219047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E8A0E23-4CEB-04D1-234E-1321459CA789}"/>
                </a:ext>
              </a:extLst>
            </p:cNvPr>
            <p:cNvGrpSpPr/>
            <p:nvPr/>
          </p:nvGrpSpPr>
          <p:grpSpPr>
            <a:xfrm>
              <a:off x="7725468" y="1117269"/>
              <a:ext cx="1220400" cy="1156606"/>
              <a:chOff x="9692205" y="3611677"/>
              <a:chExt cx="1220400" cy="1156606"/>
            </a:xfrm>
          </p:grpSpPr>
          <p:pic>
            <p:nvPicPr>
              <p:cNvPr id="13" name="Picture 12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48D7EE08-4884-871D-7861-820D94B1B8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3087"/>
              <a:stretch/>
            </p:blipFill>
            <p:spPr>
              <a:xfrm>
                <a:off x="9692205" y="4195762"/>
                <a:ext cx="1220400" cy="572521"/>
              </a:xfrm>
              <a:prstGeom prst="rect">
                <a:avLst/>
              </a:prstGeom>
            </p:spPr>
          </p:pic>
          <p:pic>
            <p:nvPicPr>
              <p:cNvPr id="14" name="Picture 13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1C522FB9-DC36-D41A-17A0-117FA2B9B8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871" t="-1" r="22164" b="43028"/>
              <a:stretch/>
            </p:blipFill>
            <p:spPr>
              <a:xfrm>
                <a:off x="10043281" y="3611677"/>
                <a:ext cx="518248" cy="596785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1123A12-4979-EA19-6863-5EF0EA7D5068}"/>
                </a:ext>
              </a:extLst>
            </p:cNvPr>
            <p:cNvGrpSpPr/>
            <p:nvPr/>
          </p:nvGrpSpPr>
          <p:grpSpPr>
            <a:xfrm>
              <a:off x="7892037" y="1262078"/>
              <a:ext cx="196726" cy="54000"/>
              <a:chOff x="5602892" y="4567273"/>
              <a:chExt cx="196726" cy="54000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3ED1D4E-E2C6-6847-D749-D25EED86BC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02892" y="4567273"/>
                <a:ext cx="54000" cy="54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6EBA9D0-86D9-AFFB-74A3-8758B211B8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74255" y="4567273"/>
                <a:ext cx="54000" cy="54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33CA1A5-0487-F498-23BC-B222DF013F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45618" y="4567273"/>
                <a:ext cx="54000" cy="54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D86CAA9-F7E2-28F7-2B72-05884EE27C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1" r="13280"/>
          <a:stretch/>
        </p:blipFill>
        <p:spPr>
          <a:xfrm>
            <a:off x="3628106" y="4392278"/>
            <a:ext cx="447675" cy="1219212"/>
          </a:xfrm>
          <a:prstGeom prst="rect">
            <a:avLst/>
          </a:prstGeom>
        </p:spPr>
      </p:pic>
      <p:pic>
        <p:nvPicPr>
          <p:cNvPr id="72" name="Picture 7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8523FDF-607F-A6AE-AE02-AA2411C5C6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86" t="29058" r="34060" b="29057"/>
          <a:stretch/>
        </p:blipFill>
        <p:spPr>
          <a:xfrm>
            <a:off x="7990400" y="467946"/>
            <a:ext cx="233225" cy="302864"/>
          </a:xfrm>
          <a:custGeom>
            <a:avLst/>
            <a:gdLst>
              <a:gd name="connsiteX0" fmla="*/ 0 w 409575"/>
              <a:gd name="connsiteY0" fmla="*/ 0 h 531871"/>
              <a:gd name="connsiteX1" fmla="*/ 409575 w 409575"/>
              <a:gd name="connsiteY1" fmla="*/ 0 h 531871"/>
              <a:gd name="connsiteX2" fmla="*/ 409575 w 409575"/>
              <a:gd name="connsiteY2" fmla="*/ 411212 h 531871"/>
              <a:gd name="connsiteX3" fmla="*/ 335757 w 409575"/>
              <a:gd name="connsiteY3" fmla="*/ 411212 h 531871"/>
              <a:gd name="connsiteX4" fmla="*/ 335757 w 409575"/>
              <a:gd name="connsiteY4" fmla="*/ 531871 h 531871"/>
              <a:gd name="connsiteX5" fmla="*/ 0 w 409575"/>
              <a:gd name="connsiteY5" fmla="*/ 531871 h 53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9575" h="531871">
                <a:moveTo>
                  <a:pt x="0" y="0"/>
                </a:moveTo>
                <a:lnTo>
                  <a:pt x="409575" y="0"/>
                </a:lnTo>
                <a:lnTo>
                  <a:pt x="409575" y="411212"/>
                </a:lnTo>
                <a:lnTo>
                  <a:pt x="335757" y="411212"/>
                </a:lnTo>
                <a:lnTo>
                  <a:pt x="335757" y="531871"/>
                </a:lnTo>
                <a:lnTo>
                  <a:pt x="0" y="531871"/>
                </a:lnTo>
                <a:close/>
              </a:path>
            </a:pathLst>
          </a:custGeom>
        </p:spPr>
      </p:pic>
      <p:pic>
        <p:nvPicPr>
          <p:cNvPr id="82" name="Picture 8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6341BFF-8A96-33F5-D1EC-7C279661B0A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74" t="21139" r="35684" b="37701"/>
          <a:stretch/>
        </p:blipFill>
        <p:spPr>
          <a:xfrm>
            <a:off x="8393702" y="467946"/>
            <a:ext cx="241222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33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51659CF1-CEE7-3076-364A-AEE5BB0A2D8B}"/>
              </a:ext>
            </a:extLst>
          </p:cNvPr>
          <p:cNvGrpSpPr/>
          <p:nvPr/>
        </p:nvGrpSpPr>
        <p:grpSpPr>
          <a:xfrm>
            <a:off x="-4955413" y="-1465686"/>
            <a:ext cx="5216400" cy="5217556"/>
            <a:chOff x="3256974" y="820222"/>
            <a:chExt cx="5216400" cy="5217556"/>
          </a:xfrm>
        </p:grpSpPr>
        <p:pic>
          <p:nvPicPr>
            <p:cNvPr id="19" name="Picture 18" descr="A cartoon of a chess piece&#10;&#10;AI-generated content may be incorrect.">
              <a:extLst>
                <a:ext uri="{FF2B5EF4-FFF2-40B4-BE49-F238E27FC236}">
                  <a16:creationId xmlns:a16="http://schemas.microsoft.com/office/drawing/2014/main" id="{67B44DB9-AB62-1051-9379-573FB3E88A04}"/>
                </a:ext>
              </a:extLst>
            </p:cNvPr>
            <p:cNvPicPr>
              <a:picLocks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foregroundMark x1="51709" y1="18115" x2="51709" y2="18115"/>
                          <a14:foregroundMark x1="54736" y1="36377" x2="54736" y2="36377"/>
                          <a14:foregroundMark x1="43555" y1="36670" x2="43555" y2="36670"/>
                          <a14:foregroundMark x1="47461" y1="36035" x2="47461" y2="36035"/>
                          <a14:foregroundMark x1="49951" y1="36182" x2="49951" y2="36182"/>
                          <a14:foregroundMark x1="56445" y1="56396" x2="56445" y2="56396"/>
                          <a14:foregroundMark x1="47607" y1="72754" x2="47607" y2="72754"/>
                          <a14:foregroundMark x1="38379" y1="75098" x2="38379" y2="75098"/>
                          <a14:foregroundMark x1="33740" y1="82959" x2="33740" y2="82959"/>
                          <a14:foregroundMark x1="39111" y1="24951" x2="39111" y2="24951"/>
                          <a14:foregroundMark x1="40771" y1="25244" x2="40771" y2="25244"/>
                          <a14:foregroundMark x1="43896" y1="26270" x2="43896" y2="26270"/>
                          <a14:foregroundMark x1="41992" y1="25537" x2="41992" y2="25537"/>
                          <a14:foregroundMark x1="37061" y1="25684" x2="37061" y2="25684"/>
                          <a14:foregroundMark x1="35645" y1="26465" x2="35645" y2="26465"/>
                          <a14:foregroundMark x1="36182" y1="25928" x2="36182" y2="25928"/>
                          <a14:foregroundMark x1="41357" y1="25391" x2="41357" y2="25391"/>
                          <a14:foregroundMark x1="39648" y1="24512" x2="39648" y2="24512"/>
                          <a14:foregroundMark x1="47461" y1="50244" x2="47461" y2="50244"/>
                          <a14:foregroundMark x1="50195" y1="20557" x2="50195" y2="20557"/>
                          <a14:foregroundMark x1="52783" y1="15869" x2="52783" y2="15869"/>
                          <a14:foregroundMark x1="53223" y1="15918" x2="53223" y2="15918"/>
                          <a14:foregroundMark x1="53125" y1="16162" x2="53125" y2="16162"/>
                          <a14:foregroundMark x1="57422" y1="11670" x2="57422" y2="11670"/>
                          <a14:foregroundMark x1="57080" y1="13086" x2="57080" y2="13086"/>
                          <a14:foregroundMark x1="57715" y1="13965" x2="57715" y2="13965"/>
                          <a14:foregroundMark x1="56104" y1="11426" x2="56104" y2="11426"/>
                          <a14:foregroundMark x1="52051" y1="16748" x2="52051" y2="16748"/>
                          <a14:foregroundMark x1="51563" y1="15479" x2="51563" y2="15479"/>
                          <a14:foregroundMark x1="43799" y1="44189" x2="43799" y2="44189"/>
                          <a14:foregroundMark x1="43896" y1="38281" x2="43896" y2="38281"/>
                          <a14:foregroundMark x1="43994" y1="38281" x2="43994" y2="38281"/>
                          <a14:foregroundMark x1="40137" y1="25049" x2="40137" y2="25049"/>
                          <a14:foregroundMark x1="42480" y1="25635" x2="43018" y2="25879"/>
                          <a14:foregroundMark x1="44092" y1="26270" x2="44092" y2="26270"/>
                          <a14:foregroundMark x1="43750" y1="26270" x2="43750" y2="26270"/>
                          <a14:foregroundMark x1="43848" y1="26221" x2="43848" y2="26221"/>
                          <a14:foregroundMark x1="43848" y1="26318" x2="43848" y2="26318"/>
                          <a14:foregroundMark x1="40137" y1="25146" x2="40137" y2="25146"/>
                          <a14:foregroundMark x1="40088" y1="25098" x2="40088" y2="25098"/>
                          <a14:foregroundMark x1="40088" y1="25049" x2="40088" y2="25049"/>
                          <a14:foregroundMark x1="40137" y1="25049" x2="40234" y2="25049"/>
                          <a14:foregroundMark x1="40430" y1="25879" x2="40430" y2="25879"/>
                          <a14:foregroundMark x1="40186" y1="25781" x2="40186" y2="25781"/>
                          <a14:foregroundMark x1="40186" y1="25830" x2="40332" y2="25781"/>
                          <a14:foregroundMark x1="37891" y1="25195" x2="37891" y2="25195"/>
                          <a14:foregroundMark x1="40723" y1="24463" x2="40723" y2="24463"/>
                          <a14:foregroundMark x1="43750" y1="26318" x2="43750" y2="26318"/>
                          <a14:foregroundMark x1="43896" y1="26318" x2="43896" y2="26318"/>
                          <a14:foregroundMark x1="43799" y1="26270" x2="43799" y2="26270"/>
                          <a14:foregroundMark x1="43799" y1="26270" x2="43799" y2="26270"/>
                          <a14:foregroundMark x1="43799" y1="26172" x2="43896" y2="26318"/>
                          <a14:foregroundMark x1="49023" y1="44434" x2="49023" y2="44434"/>
                          <a14:foregroundMark x1="48975" y1="44434" x2="48975" y2="44434"/>
                          <a14:foregroundMark x1="49072" y1="44482" x2="49072" y2="44482"/>
                          <a14:foregroundMark x1="49072" y1="44531" x2="49072" y2="44531"/>
                          <a14:foregroundMark x1="45752" y1="45117" x2="45752" y2="45117"/>
                          <a14:foregroundMark x1="44336" y1="62842" x2="44336" y2="62842"/>
                          <a14:foregroundMark x1="44580" y1="61816" x2="44580" y2="61816"/>
                          <a14:foregroundMark x1="40186" y1="23975" x2="40186" y2="23975"/>
                          <a14:backgroundMark x1="46191" y1="47266" x2="46484" y2="46729"/>
                          <a14:backgroundMark x1="47412" y1="45557" x2="47412" y2="45557"/>
                          <a14:backgroundMark x1="47070" y1="45459" x2="47070" y2="45459"/>
                          <a14:backgroundMark x1="47314" y1="44092" x2="47314" y2="44092"/>
                          <a14:backgroundMark x1="44434" y1="44385" x2="44434" y2="44385"/>
                          <a14:backgroundMark x1="43359" y1="44922" x2="43359" y2="44922"/>
                          <a14:backgroundMark x1="40479" y1="48438" x2="40479" y2="48438"/>
                          <a14:backgroundMark x1="40625" y1="47461" x2="40625" y2="47461"/>
                          <a14:backgroundMark x1="40820" y1="50000" x2="40820" y2="50000"/>
                          <a14:backgroundMark x1="42432" y1="52002" x2="42432" y2="52002"/>
                          <a14:backgroundMark x1="41748" y1="53223" x2="41748" y2="53223"/>
                          <a14:backgroundMark x1="44482" y1="52490" x2="44482" y2="52490"/>
                          <a14:backgroundMark x1="45410" y1="52490" x2="45410" y2="52490"/>
                          <a14:backgroundMark x1="45361" y1="50928" x2="45361" y2="50928"/>
                          <a14:backgroundMark x1="47168" y1="51074" x2="47168" y2="51074"/>
                          <a14:backgroundMark x1="38281" y1="25830" x2="38281" y2="25830"/>
                          <a14:backgroundMark x1="36768" y1="26416" x2="36768" y2="26416"/>
                          <a14:backgroundMark x1="35742" y1="27051" x2="35742" y2="27051"/>
                          <a14:backgroundMark x1="37402" y1="26123" x2="37402" y2="26123"/>
                          <a14:backgroundMark x1="41162" y1="25732" x2="41162" y2="25732"/>
                          <a14:backgroundMark x1="41260" y1="24854" x2="41260" y2="24854"/>
                          <a14:backgroundMark x1="49756" y1="44287" x2="49756" y2="44287"/>
                          <a14:backgroundMark x1="54492" y1="38672" x2="54492" y2="38672"/>
                          <a14:backgroundMark x1="55322" y1="41699" x2="55566" y2="41943"/>
                          <a14:backgroundMark x1="53418" y1="40869" x2="53711" y2="40869"/>
                          <a14:backgroundMark x1="53613" y1="38232" x2="53613" y2="38232"/>
                          <a14:backgroundMark x1="53711" y1="39063" x2="53711" y2="39063"/>
                          <a14:backgroundMark x1="54248" y1="38623" x2="54248" y2="38623"/>
                          <a14:backgroundMark x1="48438" y1="16992" x2="48438" y2="16992"/>
                          <a14:backgroundMark x1="48096" y1="18213" x2="48096" y2="18213"/>
                          <a14:backgroundMark x1="49658" y1="18604" x2="49658" y2="18604"/>
                          <a14:backgroundMark x1="49121" y1="19678" x2="49121" y2="19678"/>
                          <a14:backgroundMark x1="50781" y1="19971" x2="50781" y2="19971"/>
                          <a14:backgroundMark x1="50684" y1="21094" x2="50684" y2="21094"/>
                          <a14:backgroundMark x1="49658" y1="21436" x2="49658" y2="21436"/>
                          <a14:backgroundMark x1="47998" y1="21045" x2="47998" y2="21045"/>
                          <a14:backgroundMark x1="47656" y1="22168" x2="47656" y2="22168"/>
                          <a14:backgroundMark x1="50537" y1="22754" x2="50537" y2="22754"/>
                          <a14:backgroundMark x1="49365" y1="19727" x2="49365" y2="19727"/>
                          <a14:backgroundMark x1="52832" y1="16455" x2="52832" y2="16455"/>
                          <a14:backgroundMark x1="53125" y1="15869" x2="53125" y2="15869"/>
                          <a14:backgroundMark x1="52930" y1="16162" x2="52930" y2="16162"/>
                          <a14:backgroundMark x1="56592" y1="12305" x2="56592" y2="12305"/>
                          <a14:backgroundMark x1="58301" y1="14160" x2="58301" y2="14160"/>
                          <a14:backgroundMark x1="57910" y1="13672" x2="57910" y2="13672"/>
                          <a14:backgroundMark x1="57764" y1="13525" x2="57764" y2="13525"/>
                          <a14:backgroundMark x1="55811" y1="12158" x2="55811" y2="12158"/>
                          <a14:backgroundMark x1="51904" y1="16211" x2="51904" y2="16211"/>
                          <a14:backgroundMark x1="50977" y1="16016" x2="50977" y2="16016"/>
                          <a14:backgroundMark x1="54150" y1="39160" x2="56055" y2="39551"/>
                          <a14:backgroundMark x1="53418" y1="38574" x2="53809" y2="38818"/>
                          <a14:backgroundMark x1="44531" y1="38672" x2="42871" y2="39502"/>
                          <a14:backgroundMark x1="44531" y1="38623" x2="44531" y2="38623"/>
                          <a14:backgroundMark x1="44434" y1="38525" x2="44434" y2="38525"/>
                          <a14:backgroundMark x1="44043" y1="38477" x2="43945" y2="38428"/>
                          <a14:backgroundMark x1="62695" y1="29395" x2="62695" y2="29395"/>
                          <a14:backgroundMark x1="43066" y1="26270" x2="43066" y2="26270"/>
                          <a14:backgroundMark x1="38867" y1="25586" x2="38867" y2="25586"/>
                          <a14:backgroundMark x1="40186" y1="25635" x2="40186" y2="25635"/>
                          <a14:backgroundMark x1="40625" y1="24951" x2="40625" y2="24951"/>
                          <a14:backgroundMark x1="40283" y1="24902" x2="40283" y2="24902"/>
                          <a14:backgroundMark x1="40088" y1="24951" x2="40088" y2="24951"/>
                          <a14:backgroundMark x1="40430" y1="25635" x2="40430" y2="25635"/>
                          <a14:backgroundMark x1="43701" y1="26514" x2="43701" y2="26514"/>
                          <a14:backgroundMark x1="43750" y1="26514" x2="43750" y2="26514"/>
                          <a14:backgroundMark x1="43701" y1="26367" x2="43701" y2="26367"/>
                          <a14:backgroundMark x1="43799" y1="26465" x2="43799" y2="26465"/>
                          <a14:backgroundMark x1="48535" y1="44531" x2="48535" y2="44531"/>
                          <a14:backgroundMark x1="48730" y1="44434" x2="48730" y2="44434"/>
                          <a14:backgroundMark x1="48779" y1="44482" x2="48779" y2="44482"/>
                          <a14:backgroundMark x1="45752" y1="61230" x2="45313" y2="61719"/>
                          <a14:backgroundMark x1="48730" y1="44727" x2="48730" y2="44727"/>
                          <a14:backgroundMark x1="48682" y1="44629" x2="48682" y2="44629"/>
                          <a14:backgroundMark x1="40039" y1="23730" x2="40039" y2="23730"/>
                          <a14:backgroundMark x1="39990" y1="23779" x2="39990" y2="23779"/>
                          <a14:backgroundMark x1="39893" y1="22656" x2="39746" y2="23633"/>
                          <a14:backgroundMark x1="39990" y1="23828" x2="39990" y2="23828"/>
                          <a14:backgroundMark x1="40381" y1="24951" x2="40381" y2="24951"/>
                          <a14:backgroundMark x1="40137" y1="23828" x2="40137" y2="23828"/>
                          <a14:backgroundMark x1="39990" y1="23828" x2="39990" y2="23828"/>
                          <a14:backgroundMark x1="40088" y1="23828" x2="40088" y2="23730"/>
                          <a14:backgroundMark x1="48779" y1="44482" x2="48779" y2="44482"/>
                          <a14:backgroundMark x1="48779" y1="44531" x2="48779" y2="44531"/>
                          <a14:backgroundMark x1="48779" y1="44629" x2="48779" y2="44629"/>
                          <a14:backgroundMark x1="48682" y1="44873" x2="48682" y2="44629"/>
                          <a14:backgroundMark x1="48682" y1="44922" x2="48682" y2="44922"/>
                          <a14:backgroundMark x1="48730" y1="45020" x2="48730" y2="45020"/>
                          <a14:backgroundMark x1="48682" y1="45020" x2="48682" y2="45020"/>
                          <a14:backgroundMark x1="48633" y1="45117" x2="48633" y2="45117"/>
                          <a14:backgroundMark x1="48730" y1="45020" x2="48730" y2="4502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70" t="10499" r="13077" b="13421"/>
            <a:stretch/>
          </p:blipFill>
          <p:spPr>
            <a:xfrm>
              <a:off x="3256974" y="820222"/>
              <a:ext cx="5216400" cy="5217556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257B534-0158-16DB-D7CA-C62BE9CA22F3}"/>
                    </a:ext>
                  </a:extLst>
                </p14:cNvPr>
                <p14:cNvContentPartPr/>
                <p14:nvPr/>
              </p14:nvContentPartPr>
              <p14:xfrm>
                <a:off x="5933885" y="1161905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257B534-0158-16DB-D7CA-C62BE9CA22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15885" y="11439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E54B6CE-5E26-3789-6DAA-DC68D4E3F7E7}"/>
                    </a:ext>
                  </a:extLst>
                </p14:cNvPr>
                <p14:cNvContentPartPr/>
                <p14:nvPr/>
              </p14:nvContentPartPr>
              <p14:xfrm>
                <a:off x="6140165" y="1212665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E54B6CE-5E26-3789-6DAA-DC68D4E3F7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22525" y="11946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C6869C1-E19F-9D67-1362-95CC7CBEDED3}"/>
                    </a:ext>
                  </a:extLst>
                </p14:cNvPr>
                <p14:cNvContentPartPr/>
                <p14:nvPr/>
              </p14:nvContentPartPr>
              <p14:xfrm>
                <a:off x="6010205" y="1222025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C6869C1-E19F-9D67-1362-95CC7CBEDED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04085" y="121590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FD8B3E1-07D7-4617-1530-7FA45D0527E7}"/>
                    </a:ext>
                  </a:extLst>
                </p14:cNvPr>
                <p14:cNvContentPartPr/>
                <p14:nvPr/>
              </p14:nvContentPartPr>
              <p14:xfrm>
                <a:off x="5858285" y="1320665"/>
                <a:ext cx="94680" cy="62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FD8B3E1-07D7-4617-1530-7FA45D0527E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40645" y="1302665"/>
                  <a:ext cx="130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5E73B2E-0B87-FFA7-2273-F59202B73EFC}"/>
                    </a:ext>
                  </a:extLst>
                </p14:cNvPr>
                <p14:cNvContentPartPr/>
                <p14:nvPr/>
              </p14:nvContentPartPr>
              <p14:xfrm>
                <a:off x="5719685" y="1491305"/>
                <a:ext cx="68760" cy="72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5E73B2E-0B87-FFA7-2273-F59202B73EF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02045" y="1473305"/>
                  <a:ext cx="1044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A3B0297-0506-7107-1594-BC451C36AAF9}"/>
                    </a:ext>
                  </a:extLst>
                </p14:cNvPr>
                <p14:cNvContentPartPr/>
                <p14:nvPr/>
              </p14:nvContentPartPr>
              <p14:xfrm>
                <a:off x="5927405" y="1529465"/>
                <a:ext cx="82080" cy="68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A3B0297-0506-7107-1594-BC451C36AAF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909765" y="1511465"/>
                  <a:ext cx="117720" cy="1036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" name="Picture 1" descr="A cartoon of a chess piece&#10;&#10;AI-generated content may be incorrect.">
            <a:extLst>
              <a:ext uri="{FF2B5EF4-FFF2-40B4-BE49-F238E27FC236}">
                <a16:creationId xmlns:a16="http://schemas.microsoft.com/office/drawing/2014/main" id="{5931C979-63AE-898D-1830-D23C101312BD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389" b="89815" l="9983" r="89931">
                        <a14:foregroundMark x1="31076" y1="9877" x2="31076" y2="9877"/>
                        <a14:foregroundMark x1="32292" y1="6790" x2="32292" y2="6790"/>
                        <a14:foregroundMark x1="29340" y1="1389" x2="29340" y2="13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295" t="586" r="60395" b="11102"/>
          <a:stretch/>
        </p:blipFill>
        <p:spPr>
          <a:xfrm>
            <a:off x="-4740511" y="3910270"/>
            <a:ext cx="2537609" cy="468603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60644DB-326D-8A40-F0F0-4D8007006ED3}"/>
              </a:ext>
            </a:extLst>
          </p:cNvPr>
          <p:cNvGrpSpPr/>
          <p:nvPr/>
        </p:nvGrpSpPr>
        <p:grpSpPr>
          <a:xfrm>
            <a:off x="-2245244" y="4119820"/>
            <a:ext cx="2687317" cy="4476489"/>
            <a:chOff x="888473" y="823483"/>
            <a:chExt cx="2687317" cy="4476489"/>
          </a:xfrm>
        </p:grpSpPr>
        <p:pic>
          <p:nvPicPr>
            <p:cNvPr id="11" name="Picture 10" descr="A cartoon of a chess piece&#10;&#10;AI-generated content may be incorrect.">
              <a:extLst>
                <a:ext uri="{FF2B5EF4-FFF2-40B4-BE49-F238E27FC236}">
                  <a16:creationId xmlns:a16="http://schemas.microsoft.com/office/drawing/2014/main" id="{1F29F9EE-9725-4700-7511-95FB4D1FBA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1389" b="89815" l="9983" r="89931">
                          <a14:foregroundMark x1="29340" y1="1389" x2="29340" y2="1389"/>
                          <a14:backgroundMark x1="21441" y1="9414" x2="31076" y2="10957"/>
                          <a14:backgroundMark x1="31076" y1="10957" x2="31250" y2="11265"/>
                          <a14:backgroundMark x1="31337" y1="12037" x2="33247" y2="12963"/>
                          <a14:backgroundMark x1="31858" y1="6636" x2="29861" y2="2160"/>
                          <a14:backgroundMark x1="28646" y1="2469" x2="25434" y2="3704"/>
                          <a14:backgroundMark x1="29253" y1="2623" x2="32378" y2="4475"/>
                          <a14:backgroundMark x1="29253" y1="3086" x2="30642" y2="2469"/>
                          <a14:backgroundMark x1="27865" y1="20370" x2="27865" y2="20370"/>
                          <a14:backgroundMark x1="34201" y1="20370" x2="34201" y2="20370"/>
                          <a14:backgroundMark x1="34983" y1="20833" x2="34983" y2="20833"/>
                          <a14:backgroundMark x1="33333" y1="19753" x2="33333" y2="19753"/>
                          <a14:backgroundMark x1="32726" y1="20679" x2="32726" y2="20679"/>
                          <a14:backgroundMark x1="21267" y1="15895" x2="21615" y2="16049"/>
                          <a14:backgroundMark x1="23351" y1="15895" x2="19531" y2="16049"/>
                          <a14:backgroundMark x1="32118" y1="6636" x2="32986" y2="7099"/>
                          <a14:backgroundMark x1="18837" y1="16512" x2="15365" y2="2083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95" t="4535" r="60395" b="11102"/>
            <a:stretch/>
          </p:blipFill>
          <p:spPr>
            <a:xfrm>
              <a:off x="1038181" y="823483"/>
              <a:ext cx="2537609" cy="4476489"/>
            </a:xfrm>
            <a:prstGeom prst="rect">
              <a:avLst/>
            </a:prstGeom>
          </p:spPr>
        </p:pic>
        <p:pic>
          <p:nvPicPr>
            <p:cNvPr id="15" name="Picture 14" descr="A cartoon of a chess piece&#10;&#10;AI-generated content may be incorrect.">
              <a:extLst>
                <a:ext uri="{FF2B5EF4-FFF2-40B4-BE49-F238E27FC236}">
                  <a16:creationId xmlns:a16="http://schemas.microsoft.com/office/drawing/2014/main" id="{AFB1107D-5549-7004-D52B-F46A18A0A3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1389" b="89815" l="9983" r="89931">
                          <a14:foregroundMark x1="31076" y1="9877" x2="31076" y2="9877"/>
                          <a14:foregroundMark x1="32292" y1="6790" x2="32292" y2="6790"/>
                          <a14:foregroundMark x1="29340" y1="1389" x2="29340" y2="1389"/>
                          <a14:backgroundMark x1="22830" y1="25926" x2="24132" y2="35802"/>
                          <a14:backgroundMark x1="24132" y1="35802" x2="22135" y2="81327"/>
                          <a14:backgroundMark x1="21267" y1="44753" x2="19184" y2="45525"/>
                          <a14:backgroundMark x1="19878" y1="45370" x2="18490" y2="43673"/>
                          <a14:backgroundMark x1="19184" y1="45988" x2="25174" y2="52469"/>
                          <a14:backgroundMark x1="21267" y1="48920" x2="22569" y2="51080"/>
                          <a14:backgroundMark x1="21094" y1="49074" x2="20833" y2="56019"/>
                          <a14:backgroundMark x1="24653" y1="41975" x2="21007" y2="37191"/>
                          <a14:backgroundMark x1="19010" y1="31327" x2="17795" y2="28086"/>
                          <a14:backgroundMark x1="18056" y1="25154" x2="18056" y2="24691"/>
                          <a14:backgroundMark x1="18576" y1="23457" x2="18576" y2="23457"/>
                          <a14:backgroundMark x1="18490" y1="22840" x2="18490" y2="22840"/>
                          <a14:backgroundMark x1="19358" y1="22531" x2="19358" y2="22531"/>
                          <a14:backgroundMark x1="19010" y1="23302" x2="19010" y2="23302"/>
                          <a14:backgroundMark x1="18576" y1="22840" x2="18576" y2="22840"/>
                          <a14:backgroundMark x1="33941" y1="24383" x2="33941" y2="24383"/>
                          <a14:backgroundMark x1="33073" y1="22685" x2="33073" y2="22685"/>
                          <a14:backgroundMark x1="33160" y1="21914" x2="33160" y2="21914"/>
                          <a14:backgroundMark x1="32986" y1="21914" x2="32986" y2="21914"/>
                          <a14:backgroundMark x1="18663" y1="22531" x2="18663" y2="22531"/>
                          <a14:backgroundMark x1="19010" y1="22531" x2="19010" y2="22531"/>
                          <a14:backgroundMark x1="19010" y1="22377" x2="19010" y2="22377"/>
                          <a14:backgroundMark x1="19097" y1="22068" x2="19097" y2="22068"/>
                          <a14:backgroundMark x1="18229" y1="22994" x2="18316" y2="2330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95" t="586" r="60395" b="73719"/>
            <a:stretch/>
          </p:blipFill>
          <p:spPr>
            <a:xfrm rot="21264244">
              <a:off x="888473" y="845642"/>
              <a:ext cx="2537609" cy="1363457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3D8366-EF50-A6BD-6332-B1151D0D8C57}"/>
              </a:ext>
            </a:extLst>
          </p:cNvPr>
          <p:cNvGrpSpPr/>
          <p:nvPr/>
        </p:nvGrpSpPr>
        <p:grpSpPr>
          <a:xfrm>
            <a:off x="818655" y="1097218"/>
            <a:ext cx="2598320" cy="4476489"/>
            <a:chOff x="977470" y="823483"/>
            <a:chExt cx="2598320" cy="4476489"/>
          </a:xfrm>
        </p:grpSpPr>
        <p:pic>
          <p:nvPicPr>
            <p:cNvPr id="17" name="Picture 16" descr="A cartoon of a chess piece&#10;&#10;AI-generated content may be incorrect.">
              <a:extLst>
                <a:ext uri="{FF2B5EF4-FFF2-40B4-BE49-F238E27FC236}">
                  <a16:creationId xmlns:a16="http://schemas.microsoft.com/office/drawing/2014/main" id="{6E52EFFC-25A0-9888-0D1C-BD3B6A0977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1389" b="89815" l="9983" r="89931">
                          <a14:foregroundMark x1="29340" y1="1389" x2="29340" y2="1389"/>
                          <a14:backgroundMark x1="21441" y1="9414" x2="31076" y2="10957"/>
                          <a14:backgroundMark x1="31076" y1="10957" x2="31250" y2="11265"/>
                          <a14:backgroundMark x1="31337" y1="12037" x2="33247" y2="12963"/>
                          <a14:backgroundMark x1="31858" y1="6636" x2="29861" y2="2160"/>
                          <a14:backgroundMark x1="28646" y1="2469" x2="25434" y2="3704"/>
                          <a14:backgroundMark x1="29253" y1="2623" x2="32378" y2="4475"/>
                          <a14:backgroundMark x1="29253" y1="3086" x2="30642" y2="2469"/>
                          <a14:backgroundMark x1="27865" y1="20370" x2="27865" y2="20370"/>
                          <a14:backgroundMark x1="34201" y1="20370" x2="34201" y2="20370"/>
                          <a14:backgroundMark x1="34983" y1="20833" x2="34983" y2="20833"/>
                          <a14:backgroundMark x1="33333" y1="19753" x2="33333" y2="19753"/>
                          <a14:backgroundMark x1="32726" y1="20679" x2="32726" y2="20679"/>
                          <a14:backgroundMark x1="21267" y1="15895" x2="21615" y2="16049"/>
                          <a14:backgroundMark x1="23351" y1="15895" x2="19531" y2="16049"/>
                          <a14:backgroundMark x1="32118" y1="6636" x2="32986" y2="7099"/>
                          <a14:backgroundMark x1="18837" y1="16512" x2="15365" y2="2083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95" t="4535" r="60395" b="11102"/>
            <a:stretch/>
          </p:blipFill>
          <p:spPr>
            <a:xfrm>
              <a:off x="1038181" y="823483"/>
              <a:ext cx="2537609" cy="4476489"/>
            </a:xfrm>
            <a:prstGeom prst="rect">
              <a:avLst/>
            </a:prstGeom>
          </p:spPr>
        </p:pic>
        <p:pic>
          <p:nvPicPr>
            <p:cNvPr id="18" name="Picture 17" descr="A cartoon of a chess piece&#10;&#10;AI-generated content may be incorrect.">
              <a:extLst>
                <a:ext uri="{FF2B5EF4-FFF2-40B4-BE49-F238E27FC236}">
                  <a16:creationId xmlns:a16="http://schemas.microsoft.com/office/drawing/2014/main" id="{9B0B2AFD-D43F-F7EF-0CAF-0CD0C03BF7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1389" b="89815" l="9983" r="89931">
                          <a14:foregroundMark x1="31076" y1="9877" x2="31076" y2="9877"/>
                          <a14:foregroundMark x1="32292" y1="6790" x2="32292" y2="6790"/>
                          <a14:foregroundMark x1="29340" y1="1389" x2="29340" y2="1389"/>
                          <a14:backgroundMark x1="22830" y1="25926" x2="24132" y2="35802"/>
                          <a14:backgroundMark x1="24132" y1="35802" x2="22135" y2="81327"/>
                          <a14:backgroundMark x1="21267" y1="44753" x2="19184" y2="45525"/>
                          <a14:backgroundMark x1="19878" y1="45370" x2="18490" y2="43673"/>
                          <a14:backgroundMark x1="19184" y1="45988" x2="25174" y2="52469"/>
                          <a14:backgroundMark x1="21267" y1="48920" x2="22569" y2="51080"/>
                          <a14:backgroundMark x1="21094" y1="49074" x2="20833" y2="56019"/>
                          <a14:backgroundMark x1="24653" y1="41975" x2="21007" y2="37191"/>
                          <a14:backgroundMark x1="19010" y1="31327" x2="17795" y2="28086"/>
                          <a14:backgroundMark x1="18056" y1="25154" x2="18056" y2="24691"/>
                          <a14:backgroundMark x1="18576" y1="23457" x2="18576" y2="23457"/>
                          <a14:backgroundMark x1="18490" y1="22840" x2="18490" y2="22840"/>
                          <a14:backgroundMark x1="19358" y1="22531" x2="19358" y2="22531"/>
                          <a14:backgroundMark x1="19010" y1="23302" x2="19010" y2="23302"/>
                          <a14:backgroundMark x1="18576" y1="22840" x2="18576" y2="22840"/>
                          <a14:backgroundMark x1="33941" y1="24383" x2="33941" y2="24383"/>
                          <a14:backgroundMark x1="33073" y1="22685" x2="33073" y2="22685"/>
                          <a14:backgroundMark x1="33160" y1="21914" x2="33160" y2="21914"/>
                          <a14:backgroundMark x1="32986" y1="21914" x2="32986" y2="21914"/>
                          <a14:backgroundMark x1="18663" y1="22531" x2="18663" y2="22531"/>
                          <a14:backgroundMark x1="19010" y1="22531" x2="19010" y2="22531"/>
                          <a14:backgroundMark x1="19010" y1="22377" x2="19010" y2="22377"/>
                          <a14:backgroundMark x1="19097" y1="22068" x2="19097" y2="22068"/>
                          <a14:backgroundMark x1="18229" y1="22994" x2="18316" y2="2330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95" t="586" r="60395" b="73719"/>
            <a:stretch/>
          </p:blipFill>
          <p:spPr>
            <a:xfrm rot="21264244">
              <a:off x="977470" y="1005554"/>
              <a:ext cx="2379337" cy="109907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9E6453-FF4D-F86F-F651-789EBB4B918C}"/>
              </a:ext>
            </a:extLst>
          </p:cNvPr>
          <p:cNvGrpSpPr/>
          <p:nvPr/>
        </p:nvGrpSpPr>
        <p:grpSpPr>
          <a:xfrm>
            <a:off x="3654647" y="991601"/>
            <a:ext cx="4968173" cy="4837813"/>
            <a:chOff x="3654647" y="991601"/>
            <a:chExt cx="4968173" cy="483781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927C4D4-25EC-DF4A-28BD-73DA7DA5FE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56556" y="1618269"/>
              <a:ext cx="4211143" cy="4211145"/>
            </a:xfrm>
            <a:prstGeom prst="ellipse">
              <a:avLst/>
            </a:prstGeom>
            <a:solidFill>
              <a:srgbClr val="F7F4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FC9E7AA-38A0-39AA-BEDE-3816CDD47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8" t="2950" r="-994" b="40973"/>
            <a:stretch/>
          </p:blipFill>
          <p:spPr>
            <a:xfrm rot="20904095">
              <a:off x="3654647" y="991601"/>
              <a:ext cx="4968173" cy="4811382"/>
            </a:xfrm>
            <a:prstGeom prst="ellipse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C25BC99-B5A5-4904-967D-8C2A5F3EB5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20912" y="1047750"/>
              <a:ext cx="4762500" cy="476250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682275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CB6684B-F8D9-4B39-7684-3BB2E7B44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" y="0"/>
            <a:ext cx="3835320" cy="383532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9DFD1BF8-69B1-A660-3AA0-C4E28356C88D}"/>
              </a:ext>
            </a:extLst>
          </p:cNvPr>
          <p:cNvGrpSpPr/>
          <p:nvPr/>
        </p:nvGrpSpPr>
        <p:grpSpPr>
          <a:xfrm>
            <a:off x="3979224" y="473974"/>
            <a:ext cx="3361346" cy="3361346"/>
            <a:chOff x="4007088" y="2154647"/>
            <a:chExt cx="3361346" cy="3361346"/>
          </a:xfrm>
        </p:grpSpPr>
        <p:pic>
          <p:nvPicPr>
            <p:cNvPr id="22" name="Picture 2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BB358FC4-3345-F9DA-2037-89A1C64C9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007088" y="2154647"/>
              <a:ext cx="3361346" cy="3361346"/>
            </a:xfrm>
            <a:custGeom>
              <a:avLst/>
              <a:gdLst>
                <a:gd name="connsiteX0" fmla="*/ 1706919 w 3835320"/>
                <a:gd name="connsiteY0" fmla="*/ 2426542 h 3835320"/>
                <a:gd name="connsiteX1" fmla="*/ 1706919 w 3835320"/>
                <a:gd name="connsiteY1" fmla="*/ 2914698 h 3835320"/>
                <a:gd name="connsiteX2" fmla="*/ 2128401 w 3835320"/>
                <a:gd name="connsiteY2" fmla="*/ 2914698 h 3835320"/>
                <a:gd name="connsiteX3" fmla="*/ 2128401 w 3835320"/>
                <a:gd name="connsiteY3" fmla="*/ 2426542 h 3835320"/>
                <a:gd name="connsiteX4" fmla="*/ 0 w 3835320"/>
                <a:gd name="connsiteY4" fmla="*/ 0 h 3835320"/>
                <a:gd name="connsiteX5" fmla="*/ 3835320 w 3835320"/>
                <a:gd name="connsiteY5" fmla="*/ 0 h 3835320"/>
                <a:gd name="connsiteX6" fmla="*/ 3835320 w 3835320"/>
                <a:gd name="connsiteY6" fmla="*/ 3835320 h 3835320"/>
                <a:gd name="connsiteX7" fmla="*/ 0 w 3835320"/>
                <a:gd name="connsiteY7" fmla="*/ 3835320 h 383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35320" h="3835320">
                  <a:moveTo>
                    <a:pt x="1706919" y="2426542"/>
                  </a:moveTo>
                  <a:lnTo>
                    <a:pt x="1706919" y="2914698"/>
                  </a:lnTo>
                  <a:lnTo>
                    <a:pt x="2128401" y="2914698"/>
                  </a:lnTo>
                  <a:lnTo>
                    <a:pt x="2128401" y="2426542"/>
                  </a:lnTo>
                  <a:close/>
                  <a:moveTo>
                    <a:pt x="0" y="0"/>
                  </a:moveTo>
                  <a:lnTo>
                    <a:pt x="3835320" y="0"/>
                  </a:lnTo>
                  <a:lnTo>
                    <a:pt x="3835320" y="3835320"/>
                  </a:lnTo>
                  <a:lnTo>
                    <a:pt x="0" y="3835320"/>
                  </a:lnTo>
                  <a:close/>
                </a:path>
              </a:pathLst>
            </a:custGeom>
          </p:spPr>
        </p:pic>
        <p:pic>
          <p:nvPicPr>
            <p:cNvPr id="27" name="Picture 26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1E8E8AF5-351E-A217-6770-09CDCB771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5556523" y="4206527"/>
              <a:ext cx="567495" cy="567495"/>
            </a:xfrm>
            <a:custGeom>
              <a:avLst/>
              <a:gdLst>
                <a:gd name="connsiteX0" fmla="*/ 0 w 567495"/>
                <a:gd name="connsiteY0" fmla="*/ 11156 h 567495"/>
                <a:gd name="connsiteX1" fmla="*/ 0 w 567495"/>
                <a:gd name="connsiteY1" fmla="*/ 0 h 567495"/>
                <a:gd name="connsiteX2" fmla="*/ 10849 w 567495"/>
                <a:gd name="connsiteY2" fmla="*/ 0 h 567495"/>
                <a:gd name="connsiteX3" fmla="*/ 0 w 567495"/>
                <a:gd name="connsiteY3" fmla="*/ 567495 h 567495"/>
                <a:gd name="connsiteX4" fmla="*/ 0 w 567495"/>
                <a:gd name="connsiteY4" fmla="*/ 207287 h 567495"/>
                <a:gd name="connsiteX5" fmla="*/ 78630 w 567495"/>
                <a:gd name="connsiteY5" fmla="*/ 283749 h 567495"/>
                <a:gd name="connsiteX6" fmla="*/ 283746 w 567495"/>
                <a:gd name="connsiteY6" fmla="*/ 72819 h 567495"/>
                <a:gd name="connsiteX7" fmla="*/ 208864 w 567495"/>
                <a:gd name="connsiteY7" fmla="*/ 0 h 567495"/>
                <a:gd name="connsiteX8" fmla="*/ 567495 w 567495"/>
                <a:gd name="connsiteY8" fmla="*/ 0 h 567495"/>
                <a:gd name="connsiteX9" fmla="*/ 567495 w 567495"/>
                <a:gd name="connsiteY9" fmla="*/ 567495 h 567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67495" h="567495">
                  <a:moveTo>
                    <a:pt x="0" y="11156"/>
                  </a:moveTo>
                  <a:lnTo>
                    <a:pt x="0" y="0"/>
                  </a:lnTo>
                  <a:lnTo>
                    <a:pt x="10849" y="0"/>
                  </a:lnTo>
                  <a:close/>
                  <a:moveTo>
                    <a:pt x="0" y="567495"/>
                  </a:moveTo>
                  <a:lnTo>
                    <a:pt x="0" y="207287"/>
                  </a:lnTo>
                  <a:lnTo>
                    <a:pt x="78630" y="283749"/>
                  </a:lnTo>
                  <a:lnTo>
                    <a:pt x="283746" y="72819"/>
                  </a:lnTo>
                  <a:lnTo>
                    <a:pt x="208864" y="0"/>
                  </a:lnTo>
                  <a:lnTo>
                    <a:pt x="567495" y="0"/>
                  </a:lnTo>
                  <a:lnTo>
                    <a:pt x="567495" y="567495"/>
                  </a:lnTo>
                  <a:close/>
                </a:path>
              </a:pathLst>
            </a:custGeom>
          </p:spPr>
        </p:pic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EFA1A0D-A83F-6C7D-DB26-CF6B165392BF}"/>
                </a:ext>
              </a:extLst>
            </p:cNvPr>
            <p:cNvSpPr/>
            <p:nvPr/>
          </p:nvSpPr>
          <p:spPr>
            <a:xfrm>
              <a:off x="5872009" y="4183125"/>
              <a:ext cx="57727" cy="14400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89080B0-9E04-A871-7011-DC7B449D5614}"/>
                </a:ext>
              </a:extLst>
            </p:cNvPr>
            <p:cNvSpPr/>
            <p:nvPr/>
          </p:nvSpPr>
          <p:spPr>
            <a:xfrm rot="1200000">
              <a:off x="5971445" y="4154790"/>
              <a:ext cx="57727" cy="19800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442028C4-C71C-6091-6EEA-C999A9DE50D0}"/>
                </a:ext>
              </a:extLst>
            </p:cNvPr>
            <p:cNvSpPr/>
            <p:nvPr/>
          </p:nvSpPr>
          <p:spPr>
            <a:xfrm rot="13200000">
              <a:off x="6058209" y="4198579"/>
              <a:ext cx="57727" cy="19800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AF749E9-F81A-380A-1CCC-74F364AA8DCB}"/>
                </a:ext>
              </a:extLst>
            </p:cNvPr>
            <p:cNvSpPr/>
            <p:nvPr/>
          </p:nvSpPr>
          <p:spPr>
            <a:xfrm rot="3600000">
              <a:off x="6124018" y="4273665"/>
              <a:ext cx="57727" cy="19800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8E59EA9F-9104-EA10-41E2-2065EB39BEF8}"/>
                </a:ext>
              </a:extLst>
            </p:cNvPr>
            <p:cNvSpPr/>
            <p:nvPr/>
          </p:nvSpPr>
          <p:spPr>
            <a:xfrm rot="4800000">
              <a:off x="6129400" y="4399340"/>
              <a:ext cx="57727" cy="14400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70" name="Picture 6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43D6187-C371-E11D-04E6-0D5FF615D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926" y="4241959"/>
            <a:ext cx="1269841" cy="1269841"/>
          </a:xfrm>
          <a:prstGeom prst="rect">
            <a:avLst/>
          </a:prstGeom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DA49E121-E5E7-69D9-ED26-1731AD396196}"/>
              </a:ext>
            </a:extLst>
          </p:cNvPr>
          <p:cNvGrpSpPr/>
          <p:nvPr/>
        </p:nvGrpSpPr>
        <p:grpSpPr>
          <a:xfrm>
            <a:off x="3847986" y="3556197"/>
            <a:ext cx="3361346" cy="3361346"/>
            <a:chOff x="3324312" y="171484"/>
            <a:chExt cx="3361346" cy="3361346"/>
          </a:xfrm>
        </p:grpSpPr>
        <p:pic>
          <p:nvPicPr>
            <p:cNvPr id="98" name="Picture 9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133F96D6-9F06-0CC4-0310-38507D139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324312" y="171484"/>
              <a:ext cx="3361346" cy="3361346"/>
            </a:xfrm>
            <a:custGeom>
              <a:avLst/>
              <a:gdLst>
                <a:gd name="connsiteX0" fmla="*/ 1861145 w 3361346"/>
                <a:gd name="connsiteY0" fmla="*/ 2043720 h 3361346"/>
                <a:gd name="connsiteX1" fmla="*/ 1835672 w 3361346"/>
                <a:gd name="connsiteY1" fmla="*/ 2126667 h 3361346"/>
                <a:gd name="connsiteX2" fmla="*/ 1495976 w 3361346"/>
                <a:gd name="connsiteY2" fmla="*/ 2126667 h 3361346"/>
                <a:gd name="connsiteX3" fmla="*/ 1495976 w 3361346"/>
                <a:gd name="connsiteY3" fmla="*/ 2343134 h 3361346"/>
                <a:gd name="connsiteX4" fmla="*/ 1390947 w 3361346"/>
                <a:gd name="connsiteY4" fmla="*/ 2326193 h 3361346"/>
                <a:gd name="connsiteX5" fmla="*/ 1495976 w 3361346"/>
                <a:gd name="connsiteY5" fmla="*/ 2402570 h 3361346"/>
                <a:gd name="connsiteX6" fmla="*/ 1495976 w 3361346"/>
                <a:gd name="connsiteY6" fmla="*/ 2554496 h 3361346"/>
                <a:gd name="connsiteX7" fmla="*/ 1658506 w 3361346"/>
                <a:gd name="connsiteY7" fmla="*/ 2554496 h 3361346"/>
                <a:gd name="connsiteX8" fmla="*/ 1485044 w 3361346"/>
                <a:gd name="connsiteY8" fmla="*/ 2643245 h 3361346"/>
                <a:gd name="connsiteX9" fmla="*/ 1697024 w 3361346"/>
                <a:gd name="connsiteY9" fmla="*/ 2715729 h 3361346"/>
                <a:gd name="connsiteX10" fmla="*/ 1446727 w 3361346"/>
                <a:gd name="connsiteY10" fmla="*/ 3037869 h 3361346"/>
                <a:gd name="connsiteX11" fmla="*/ 1754052 w 3361346"/>
                <a:gd name="connsiteY11" fmla="*/ 2855262 h 3361346"/>
                <a:gd name="connsiteX12" fmla="*/ 1785640 w 3361346"/>
                <a:gd name="connsiteY12" fmla="*/ 3089241 h 3361346"/>
                <a:gd name="connsiteX13" fmla="*/ 1973851 w 3361346"/>
                <a:gd name="connsiteY13" fmla="*/ 2921768 h 3361346"/>
                <a:gd name="connsiteX14" fmla="*/ 2108217 w 3361346"/>
                <a:gd name="connsiteY14" fmla="*/ 3113825 h 3361346"/>
                <a:gd name="connsiteX15" fmla="*/ 2099733 w 3361346"/>
                <a:gd name="connsiteY15" fmla="*/ 2836925 h 3361346"/>
                <a:gd name="connsiteX16" fmla="*/ 2293764 w 3361346"/>
                <a:gd name="connsiteY16" fmla="*/ 2900929 h 3361346"/>
                <a:gd name="connsiteX17" fmla="*/ 2200666 w 3361346"/>
                <a:gd name="connsiteY17" fmla="*/ 2744519 h 3361346"/>
                <a:gd name="connsiteX18" fmla="*/ 2526345 w 3361346"/>
                <a:gd name="connsiteY18" fmla="*/ 2737714 h 3361346"/>
                <a:gd name="connsiteX19" fmla="*/ 2176885 w 3361346"/>
                <a:gd name="connsiteY19" fmla="*/ 2601627 h 3361346"/>
                <a:gd name="connsiteX20" fmla="*/ 2448777 w 3361346"/>
                <a:gd name="connsiteY20" fmla="*/ 2492533 h 3361346"/>
                <a:gd name="connsiteX21" fmla="*/ 2167862 w 3361346"/>
                <a:gd name="connsiteY21" fmla="*/ 2426681 h 3361346"/>
                <a:gd name="connsiteX22" fmla="*/ 2383774 w 3361346"/>
                <a:gd name="connsiteY22" fmla="*/ 2241786 h 3361346"/>
                <a:gd name="connsiteX23" fmla="*/ 2099716 w 3361346"/>
                <a:gd name="connsiteY23" fmla="*/ 2279481 h 3361346"/>
                <a:gd name="connsiteX24" fmla="*/ 2141339 w 3361346"/>
                <a:gd name="connsiteY24" fmla="*/ 2045824 h 3361346"/>
                <a:gd name="connsiteX25" fmla="*/ 1970425 w 3361346"/>
                <a:gd name="connsiteY25" fmla="*/ 2228500 h 3361346"/>
                <a:gd name="connsiteX26" fmla="*/ 0 w 3361346"/>
                <a:gd name="connsiteY26" fmla="*/ 0 h 3361346"/>
                <a:gd name="connsiteX27" fmla="*/ 3361346 w 3361346"/>
                <a:gd name="connsiteY27" fmla="*/ 0 h 3361346"/>
                <a:gd name="connsiteX28" fmla="*/ 3361346 w 3361346"/>
                <a:gd name="connsiteY28" fmla="*/ 3361346 h 3361346"/>
                <a:gd name="connsiteX29" fmla="*/ 0 w 3361346"/>
                <a:gd name="connsiteY29" fmla="*/ 3361346 h 3361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361346" h="3361346">
                  <a:moveTo>
                    <a:pt x="1861145" y="2043720"/>
                  </a:moveTo>
                  <a:lnTo>
                    <a:pt x="1835672" y="2126667"/>
                  </a:lnTo>
                  <a:lnTo>
                    <a:pt x="1495976" y="2126667"/>
                  </a:lnTo>
                  <a:lnTo>
                    <a:pt x="1495976" y="2343134"/>
                  </a:lnTo>
                  <a:lnTo>
                    <a:pt x="1390947" y="2326193"/>
                  </a:lnTo>
                  <a:lnTo>
                    <a:pt x="1495976" y="2402570"/>
                  </a:lnTo>
                  <a:lnTo>
                    <a:pt x="1495976" y="2554496"/>
                  </a:lnTo>
                  <a:lnTo>
                    <a:pt x="1658506" y="2554496"/>
                  </a:lnTo>
                  <a:lnTo>
                    <a:pt x="1485044" y="2643245"/>
                  </a:lnTo>
                  <a:lnTo>
                    <a:pt x="1697024" y="2715729"/>
                  </a:lnTo>
                  <a:lnTo>
                    <a:pt x="1446727" y="3037869"/>
                  </a:lnTo>
                  <a:lnTo>
                    <a:pt x="1754052" y="2855262"/>
                  </a:lnTo>
                  <a:lnTo>
                    <a:pt x="1785640" y="3089241"/>
                  </a:lnTo>
                  <a:lnTo>
                    <a:pt x="1973851" y="2921768"/>
                  </a:lnTo>
                  <a:lnTo>
                    <a:pt x="2108217" y="3113825"/>
                  </a:lnTo>
                  <a:lnTo>
                    <a:pt x="2099733" y="2836925"/>
                  </a:lnTo>
                  <a:lnTo>
                    <a:pt x="2293764" y="2900929"/>
                  </a:lnTo>
                  <a:lnTo>
                    <a:pt x="2200666" y="2744519"/>
                  </a:lnTo>
                  <a:cubicBezTo>
                    <a:pt x="2309227" y="2742234"/>
                    <a:pt x="2417784" y="2739999"/>
                    <a:pt x="2526345" y="2737714"/>
                  </a:cubicBezTo>
                  <a:lnTo>
                    <a:pt x="2176885" y="2601627"/>
                  </a:lnTo>
                  <a:lnTo>
                    <a:pt x="2448777" y="2492533"/>
                  </a:lnTo>
                  <a:lnTo>
                    <a:pt x="2167862" y="2426681"/>
                  </a:lnTo>
                  <a:lnTo>
                    <a:pt x="2383774" y="2241786"/>
                  </a:lnTo>
                  <a:lnTo>
                    <a:pt x="2099716" y="2279481"/>
                  </a:lnTo>
                  <a:lnTo>
                    <a:pt x="2141339" y="2045824"/>
                  </a:lnTo>
                  <a:lnTo>
                    <a:pt x="1970425" y="2228500"/>
                  </a:lnTo>
                  <a:close/>
                  <a:moveTo>
                    <a:pt x="0" y="0"/>
                  </a:moveTo>
                  <a:lnTo>
                    <a:pt x="3361346" y="0"/>
                  </a:lnTo>
                  <a:lnTo>
                    <a:pt x="3361346" y="3361346"/>
                  </a:lnTo>
                  <a:lnTo>
                    <a:pt x="0" y="3361346"/>
                  </a:lnTo>
                  <a:close/>
                </a:path>
              </a:pathLst>
            </a:custGeom>
          </p:spPr>
        </p:pic>
        <p:pic>
          <p:nvPicPr>
            <p:cNvPr id="91" name="Picture 9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D6FB5250-C1F4-BF22-81D4-D1445D7F6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5034328" y="2472423"/>
              <a:ext cx="486361" cy="486361"/>
            </a:xfrm>
            <a:custGeom>
              <a:avLst/>
              <a:gdLst>
                <a:gd name="connsiteX0" fmla="*/ 0 w 567495"/>
                <a:gd name="connsiteY0" fmla="*/ 11156 h 567495"/>
                <a:gd name="connsiteX1" fmla="*/ 0 w 567495"/>
                <a:gd name="connsiteY1" fmla="*/ 0 h 567495"/>
                <a:gd name="connsiteX2" fmla="*/ 10849 w 567495"/>
                <a:gd name="connsiteY2" fmla="*/ 0 h 567495"/>
                <a:gd name="connsiteX3" fmla="*/ 0 w 567495"/>
                <a:gd name="connsiteY3" fmla="*/ 567495 h 567495"/>
                <a:gd name="connsiteX4" fmla="*/ 0 w 567495"/>
                <a:gd name="connsiteY4" fmla="*/ 207287 h 567495"/>
                <a:gd name="connsiteX5" fmla="*/ 78630 w 567495"/>
                <a:gd name="connsiteY5" fmla="*/ 283749 h 567495"/>
                <a:gd name="connsiteX6" fmla="*/ 283746 w 567495"/>
                <a:gd name="connsiteY6" fmla="*/ 72819 h 567495"/>
                <a:gd name="connsiteX7" fmla="*/ 208864 w 567495"/>
                <a:gd name="connsiteY7" fmla="*/ 0 h 567495"/>
                <a:gd name="connsiteX8" fmla="*/ 567495 w 567495"/>
                <a:gd name="connsiteY8" fmla="*/ 0 h 567495"/>
                <a:gd name="connsiteX9" fmla="*/ 567495 w 567495"/>
                <a:gd name="connsiteY9" fmla="*/ 567495 h 567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67495" h="567495">
                  <a:moveTo>
                    <a:pt x="0" y="11156"/>
                  </a:moveTo>
                  <a:lnTo>
                    <a:pt x="0" y="0"/>
                  </a:lnTo>
                  <a:lnTo>
                    <a:pt x="10849" y="0"/>
                  </a:lnTo>
                  <a:close/>
                  <a:moveTo>
                    <a:pt x="0" y="567495"/>
                  </a:moveTo>
                  <a:lnTo>
                    <a:pt x="0" y="207287"/>
                  </a:lnTo>
                  <a:lnTo>
                    <a:pt x="78630" y="283749"/>
                  </a:lnTo>
                  <a:lnTo>
                    <a:pt x="283746" y="72819"/>
                  </a:lnTo>
                  <a:lnTo>
                    <a:pt x="208864" y="0"/>
                  </a:lnTo>
                  <a:lnTo>
                    <a:pt x="567495" y="0"/>
                  </a:lnTo>
                  <a:lnTo>
                    <a:pt x="567495" y="567495"/>
                  </a:lnTo>
                  <a:close/>
                </a:path>
              </a:pathLst>
            </a:custGeom>
          </p:spPr>
        </p:pic>
        <p:sp>
          <p:nvSpPr>
            <p:cNvPr id="86" name="Explosion: 8 Points 85">
              <a:extLst>
                <a:ext uri="{FF2B5EF4-FFF2-40B4-BE49-F238E27FC236}">
                  <a16:creationId xmlns:a16="http://schemas.microsoft.com/office/drawing/2014/main" id="{9CA68E3F-6AFF-1FBF-0D3D-0FC6F4FD9F86}"/>
                </a:ext>
              </a:extLst>
            </p:cNvPr>
            <p:cNvSpPr/>
            <p:nvPr/>
          </p:nvSpPr>
          <p:spPr>
            <a:xfrm rot="16532748">
              <a:off x="4752652" y="2172342"/>
              <a:ext cx="1072909" cy="1169854"/>
            </a:xfrm>
            <a:prstGeom prst="irregularSeal1">
              <a:avLst/>
            </a:prstGeom>
            <a:noFill/>
            <a:ln w="57150" cap="rnd">
              <a:solidFill>
                <a:schemeClr val="tx1"/>
              </a:solidFill>
              <a:prstDash val="lgDash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pic>
        <p:nvPicPr>
          <p:cNvPr id="1026" name="Picture 2" descr="Drill Sergeant Stock Illustrations, Cliparts and Royalty Free Drill Sergeant  Vectors">
            <a:extLst>
              <a:ext uri="{FF2B5EF4-FFF2-40B4-BE49-F238E27FC236}">
                <a16:creationId xmlns:a16="http://schemas.microsoft.com/office/drawing/2014/main" id="{3CE4E6C8-491F-0648-8ACD-99603505B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8174" y="1993333"/>
            <a:ext cx="39433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Drill Sergeant Stock Illustrations, Cliparts and Royalty Free Drill Sergeant  Vectors">
            <a:extLst>
              <a:ext uri="{FF2B5EF4-FFF2-40B4-BE49-F238E27FC236}">
                <a16:creationId xmlns:a16="http://schemas.microsoft.com/office/drawing/2014/main" id="{E7DF7FB4-98F4-F518-9588-AD1708C07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1810" y="-1192901"/>
            <a:ext cx="39433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797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14F2DE1D-C7FE-7E2A-3C7D-289E8E885E88}"/>
              </a:ext>
            </a:extLst>
          </p:cNvPr>
          <p:cNvGrpSpPr/>
          <p:nvPr/>
        </p:nvGrpSpPr>
        <p:grpSpPr>
          <a:xfrm rot="5400000">
            <a:off x="-4149562" y="-1012036"/>
            <a:ext cx="4800600" cy="2024071"/>
            <a:chOff x="223157" y="207164"/>
            <a:chExt cx="4800600" cy="2024071"/>
          </a:xfrm>
        </p:grpSpPr>
        <p:pic>
          <p:nvPicPr>
            <p:cNvPr id="6" name="Picture 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C2A15875-6A4C-C55F-15C2-989D6725E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1" b="29026"/>
            <a:stretch/>
          </p:blipFill>
          <p:spPr>
            <a:xfrm>
              <a:off x="223157" y="207164"/>
              <a:ext cx="4800600" cy="2024071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FC4C2D5-3F98-BCAA-538A-81450FA5C562}"/>
                </a:ext>
              </a:extLst>
            </p:cNvPr>
            <p:cNvCxnSpPr>
              <a:cxnSpLocks/>
              <a:endCxn id="6" idx="3"/>
            </p:cNvCxnSpPr>
            <p:nvPr/>
          </p:nvCxnSpPr>
          <p:spPr>
            <a:xfrm flipV="1">
              <a:off x="4721338" y="1219200"/>
              <a:ext cx="302419" cy="5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397F5B-8A5B-80A2-49BA-7ABB5EBBDA95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>
              <a:off x="223157" y="1219200"/>
              <a:ext cx="295275" cy="5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0F19FDC-E375-4E7B-4665-4837CA2B0C72}"/>
                </a:ext>
              </a:extLst>
            </p:cNvPr>
            <p:cNvCxnSpPr>
              <a:cxnSpLocks/>
            </p:cNvCxnSpPr>
            <p:nvPr/>
          </p:nvCxnSpPr>
          <p:spPr>
            <a:xfrm>
              <a:off x="3700974" y="207165"/>
              <a:ext cx="0" cy="20240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18136FD-3601-DEAA-CB65-F6AC478C22CE}"/>
              </a:ext>
            </a:extLst>
          </p:cNvPr>
          <p:cNvGrpSpPr/>
          <p:nvPr/>
        </p:nvGrpSpPr>
        <p:grpSpPr>
          <a:xfrm>
            <a:off x="-441769" y="306458"/>
            <a:ext cx="4800600" cy="2169355"/>
            <a:chOff x="4134357" y="1765041"/>
            <a:chExt cx="4800600" cy="2169355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305EA6A-09EA-03D6-7F7D-57AF75FD99E0}"/>
                </a:ext>
              </a:extLst>
            </p:cNvPr>
            <p:cNvSpPr/>
            <p:nvPr/>
          </p:nvSpPr>
          <p:spPr>
            <a:xfrm rot="10800000">
              <a:off x="4134357" y="1765041"/>
              <a:ext cx="4800600" cy="2024070"/>
            </a:xfrm>
            <a:prstGeom prst="rect">
              <a:avLst/>
            </a:prstGeom>
            <a:solidFill>
              <a:schemeClr val="accent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4" name="Picture 1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32398C49-FAA2-5032-2EE6-559D9F5545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968" t="28811" b="29026"/>
            <a:stretch/>
          </p:blipFill>
          <p:spPr>
            <a:xfrm rot="11602674">
              <a:off x="4170017" y="1910325"/>
              <a:ext cx="2401827" cy="2024071"/>
            </a:xfrm>
            <a:custGeom>
              <a:avLst/>
              <a:gdLst>
                <a:gd name="connsiteX0" fmla="*/ 0 w 2401827"/>
                <a:gd name="connsiteY0" fmla="*/ 2024071 h 2024071"/>
                <a:gd name="connsiteX1" fmla="*/ 0 w 2401827"/>
                <a:gd name="connsiteY1" fmla="*/ 1249790 h 2024071"/>
                <a:gd name="connsiteX2" fmla="*/ 100457 w 2401827"/>
                <a:gd name="connsiteY2" fmla="*/ 1270363 h 2024071"/>
                <a:gd name="connsiteX3" fmla="*/ 19213 w 2401827"/>
                <a:gd name="connsiteY3" fmla="*/ 1080670 h 2024071"/>
                <a:gd name="connsiteX4" fmla="*/ 86123 w 2401827"/>
                <a:gd name="connsiteY4" fmla="*/ 1091372 h 2024071"/>
                <a:gd name="connsiteX5" fmla="*/ 9556 w 2401827"/>
                <a:gd name="connsiteY5" fmla="*/ 911191 h 2024071"/>
                <a:gd name="connsiteX6" fmla="*/ 64035 w 2401827"/>
                <a:gd name="connsiteY6" fmla="*/ 924228 h 2024071"/>
                <a:gd name="connsiteX7" fmla="*/ 0 w 2401827"/>
                <a:gd name="connsiteY7" fmla="*/ 778930 h 2024071"/>
                <a:gd name="connsiteX8" fmla="*/ 0 w 2401827"/>
                <a:gd name="connsiteY8" fmla="*/ 0 h 2024071"/>
                <a:gd name="connsiteX9" fmla="*/ 2401827 w 2401827"/>
                <a:gd name="connsiteY9" fmla="*/ 0 h 2024071"/>
                <a:gd name="connsiteX10" fmla="*/ 2401827 w 2401827"/>
                <a:gd name="connsiteY10" fmla="*/ 2024071 h 2024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1827" h="2024071">
                  <a:moveTo>
                    <a:pt x="0" y="2024071"/>
                  </a:moveTo>
                  <a:lnTo>
                    <a:pt x="0" y="1249790"/>
                  </a:lnTo>
                  <a:lnTo>
                    <a:pt x="100457" y="1270363"/>
                  </a:lnTo>
                  <a:lnTo>
                    <a:pt x="19213" y="1080670"/>
                  </a:lnTo>
                  <a:lnTo>
                    <a:pt x="86123" y="1091372"/>
                  </a:lnTo>
                  <a:lnTo>
                    <a:pt x="9556" y="911191"/>
                  </a:lnTo>
                  <a:lnTo>
                    <a:pt x="64035" y="924228"/>
                  </a:lnTo>
                  <a:lnTo>
                    <a:pt x="0" y="778930"/>
                  </a:lnTo>
                  <a:lnTo>
                    <a:pt x="0" y="0"/>
                  </a:lnTo>
                  <a:lnTo>
                    <a:pt x="2401827" y="0"/>
                  </a:lnTo>
                  <a:lnTo>
                    <a:pt x="2401827" y="2024071"/>
                  </a:lnTo>
                  <a:close/>
                </a:path>
              </a:pathLst>
            </a:custGeom>
          </p:spPr>
        </p:pic>
        <p:pic>
          <p:nvPicPr>
            <p:cNvPr id="12" name="Picture 1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0F1816A6-A603-1C78-003F-95A3E8512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1" r="49968" b="29026"/>
            <a:stretch/>
          </p:blipFill>
          <p:spPr>
            <a:xfrm rot="11578394">
              <a:off x="6502497" y="1782727"/>
              <a:ext cx="2401826" cy="2024071"/>
            </a:xfrm>
            <a:custGeom>
              <a:avLst/>
              <a:gdLst>
                <a:gd name="connsiteX0" fmla="*/ 0 w 2401826"/>
                <a:gd name="connsiteY0" fmla="*/ 2024071 h 2024071"/>
                <a:gd name="connsiteX1" fmla="*/ 0 w 2401826"/>
                <a:gd name="connsiteY1" fmla="*/ 0 h 2024071"/>
                <a:gd name="connsiteX2" fmla="*/ 2401826 w 2401826"/>
                <a:gd name="connsiteY2" fmla="*/ 0 h 2024071"/>
                <a:gd name="connsiteX3" fmla="*/ 2401826 w 2401826"/>
                <a:gd name="connsiteY3" fmla="*/ 819314 h 2024071"/>
                <a:gd name="connsiteX4" fmla="*/ 2296789 w 2401826"/>
                <a:gd name="connsiteY4" fmla="*/ 793084 h 2024071"/>
                <a:gd name="connsiteX5" fmla="*/ 2364079 w 2401826"/>
                <a:gd name="connsiteY5" fmla="*/ 970810 h 2024071"/>
                <a:gd name="connsiteX6" fmla="*/ 2302938 w 2401826"/>
                <a:gd name="connsiteY6" fmla="*/ 958332 h 2024071"/>
                <a:gd name="connsiteX7" fmla="*/ 2366299 w 2401826"/>
                <a:gd name="connsiteY7" fmla="*/ 1127122 h 2024071"/>
                <a:gd name="connsiteX8" fmla="*/ 2316687 w 2401826"/>
                <a:gd name="connsiteY8" fmla="*/ 1112984 h 2024071"/>
                <a:gd name="connsiteX9" fmla="*/ 2401826 w 2401826"/>
                <a:gd name="connsiteY9" fmla="*/ 1330950 h 2024071"/>
                <a:gd name="connsiteX10" fmla="*/ 2401826 w 2401826"/>
                <a:gd name="connsiteY10" fmla="*/ 2024071 h 2024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1826" h="2024071">
                  <a:moveTo>
                    <a:pt x="0" y="2024071"/>
                  </a:moveTo>
                  <a:lnTo>
                    <a:pt x="0" y="0"/>
                  </a:lnTo>
                  <a:lnTo>
                    <a:pt x="2401826" y="0"/>
                  </a:lnTo>
                  <a:lnTo>
                    <a:pt x="2401826" y="819314"/>
                  </a:lnTo>
                  <a:lnTo>
                    <a:pt x="2296789" y="793084"/>
                  </a:lnTo>
                  <a:lnTo>
                    <a:pt x="2364079" y="970810"/>
                  </a:lnTo>
                  <a:lnTo>
                    <a:pt x="2302938" y="958332"/>
                  </a:lnTo>
                  <a:lnTo>
                    <a:pt x="2366299" y="1127122"/>
                  </a:lnTo>
                  <a:lnTo>
                    <a:pt x="2316687" y="1112984"/>
                  </a:lnTo>
                  <a:lnTo>
                    <a:pt x="2401826" y="1330950"/>
                  </a:lnTo>
                  <a:lnTo>
                    <a:pt x="2401826" y="2024071"/>
                  </a:lnTo>
                  <a:close/>
                </a:path>
              </a:pathLst>
            </a:cu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88A0C50-4D53-3C63-C8BB-BF2CD1902F11}"/>
              </a:ext>
            </a:extLst>
          </p:cNvPr>
          <p:cNvGrpSpPr/>
          <p:nvPr/>
        </p:nvGrpSpPr>
        <p:grpSpPr>
          <a:xfrm>
            <a:off x="-555871" y="-1420854"/>
            <a:ext cx="4823233" cy="2024072"/>
            <a:chOff x="5713155" y="2106589"/>
            <a:chExt cx="4823233" cy="2024072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F2C1996-ACED-56A6-CDDC-2B59025943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10619" y="2156829"/>
              <a:ext cx="4562280" cy="1923589"/>
            </a:xfrm>
            <a:prstGeom prst="rect">
              <a:avLst/>
            </a:prstGeom>
            <a:solidFill>
              <a:srgbClr val="4472C4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8C1926C-F041-FC8F-EBC4-EEF9FEE5869D}"/>
                </a:ext>
              </a:extLst>
            </p:cNvPr>
            <p:cNvGrpSpPr/>
            <p:nvPr/>
          </p:nvGrpSpPr>
          <p:grpSpPr>
            <a:xfrm>
              <a:off x="5713155" y="2106589"/>
              <a:ext cx="4823233" cy="2024072"/>
              <a:chOff x="4155070" y="4222591"/>
              <a:chExt cx="4823233" cy="2024072"/>
            </a:xfrm>
          </p:grpSpPr>
          <p:pic>
            <p:nvPicPr>
              <p:cNvPr id="4" name="Picture 3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FB5743DE-556F-F689-DD2B-A95386378B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968" t="28811" b="29026"/>
              <a:stretch/>
            </p:blipFill>
            <p:spPr>
              <a:xfrm rot="900000">
                <a:off x="6576476" y="4222591"/>
                <a:ext cx="2401827" cy="2024071"/>
              </a:xfrm>
              <a:prstGeom prst="rect">
                <a:avLst/>
              </a:prstGeom>
            </p:spPr>
          </p:pic>
          <p:pic>
            <p:nvPicPr>
              <p:cNvPr id="5" name="Picture 4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868C4678-92B3-60C2-BEC1-CEAADC009F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811" r="49968" b="29026"/>
              <a:stretch/>
            </p:blipFill>
            <p:spPr>
              <a:xfrm rot="600000">
                <a:off x="4155070" y="4222592"/>
                <a:ext cx="2401826" cy="2024071"/>
              </a:xfrm>
              <a:prstGeom prst="rect">
                <a:avLst/>
              </a:prstGeom>
            </p:spPr>
          </p:pic>
        </p:grpSp>
      </p:grpSp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E4EFA4-7682-08E0-3B27-78E111F8E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1" b="29026"/>
          <a:stretch/>
        </p:blipFill>
        <p:spPr>
          <a:xfrm rot="16200000">
            <a:off x="4886205" y="138633"/>
            <a:ext cx="4800600" cy="2024071"/>
          </a:xfrm>
          <a:prstGeom prst="rect">
            <a:avLst/>
          </a:prstGeom>
          <a:ln>
            <a:noFill/>
          </a:ln>
        </p:spPr>
      </p:pic>
      <p:pic>
        <p:nvPicPr>
          <p:cNvPr id="37" name="Picture 3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E48774D-7CCB-4E67-25B5-B69FAE2E9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t="9064" r="2500" b="9180"/>
          <a:stretch/>
        </p:blipFill>
        <p:spPr>
          <a:xfrm>
            <a:off x="-793045" y="-3273704"/>
            <a:ext cx="4802400" cy="2024072"/>
          </a:xfrm>
          <a:prstGeom prst="rect">
            <a:avLst/>
          </a:prstGeom>
          <a:ln>
            <a:noFill/>
          </a:ln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9D9151F1-6E01-99E8-DF95-10B03D01D781}"/>
              </a:ext>
            </a:extLst>
          </p:cNvPr>
          <p:cNvSpPr>
            <a:spLocks noChangeAspect="1"/>
          </p:cNvSpPr>
          <p:nvPr/>
        </p:nvSpPr>
        <p:spPr>
          <a:xfrm>
            <a:off x="6039219" y="3680875"/>
            <a:ext cx="4562280" cy="1923589"/>
          </a:xfrm>
          <a:prstGeom prst="rect">
            <a:avLst/>
          </a:prstGeom>
          <a:solidFill>
            <a:srgbClr val="4472C4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A34BACA-E891-CF9F-2233-D5AEE62B6E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6" t="12717" r="6919" b="12717"/>
          <a:stretch/>
        </p:blipFill>
        <p:spPr>
          <a:xfrm rot="16200000">
            <a:off x="7647067" y="15384"/>
            <a:ext cx="4802400" cy="202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52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C0700CAA-4D49-6F06-CD13-3D38D812539D}"/>
              </a:ext>
            </a:extLst>
          </p:cNvPr>
          <p:cNvGrpSpPr/>
          <p:nvPr/>
        </p:nvGrpSpPr>
        <p:grpSpPr>
          <a:xfrm>
            <a:off x="-164459" y="1736844"/>
            <a:ext cx="1819236" cy="2688569"/>
            <a:chOff x="1775904" y="3071735"/>
            <a:chExt cx="1819236" cy="2688569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1D79FFD-8740-D6B3-35C6-A9EFC4D03B20}"/>
                </a:ext>
              </a:extLst>
            </p:cNvPr>
            <p:cNvSpPr/>
            <p:nvPr/>
          </p:nvSpPr>
          <p:spPr>
            <a:xfrm>
              <a:off x="1775905" y="3071735"/>
              <a:ext cx="1819235" cy="2688569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3107C822-F0AE-9D49-1AB4-A5EE9DF50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1775904" y="3596844"/>
              <a:ext cx="1104268" cy="1634168"/>
            </a:xfrm>
            <a:custGeom>
              <a:avLst/>
              <a:gdLst>
                <a:gd name="connsiteX0" fmla="*/ 476120 w 1104268"/>
                <a:gd name="connsiteY0" fmla="*/ 612730 h 1634168"/>
                <a:gd name="connsiteX1" fmla="*/ 476120 w 1104268"/>
                <a:gd name="connsiteY1" fmla="*/ 1008277 h 1634168"/>
                <a:gd name="connsiteX2" fmla="*/ 634612 w 1104268"/>
                <a:gd name="connsiteY2" fmla="*/ 1008277 h 1634168"/>
                <a:gd name="connsiteX3" fmla="*/ 634612 w 1104268"/>
                <a:gd name="connsiteY3" fmla="*/ 612730 h 1634168"/>
                <a:gd name="connsiteX4" fmla="*/ 0 w 1104268"/>
                <a:gd name="connsiteY4" fmla="*/ 0 h 1634168"/>
                <a:gd name="connsiteX5" fmla="*/ 1104268 w 1104268"/>
                <a:gd name="connsiteY5" fmla="*/ 0 h 1634168"/>
                <a:gd name="connsiteX6" fmla="*/ 1104268 w 1104268"/>
                <a:gd name="connsiteY6" fmla="*/ 1634168 h 1634168"/>
                <a:gd name="connsiteX7" fmla="*/ 0 w 1104268"/>
                <a:gd name="connsiteY7" fmla="*/ 1634168 h 163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4268" h="1634168">
                  <a:moveTo>
                    <a:pt x="476120" y="612730"/>
                  </a:moveTo>
                  <a:lnTo>
                    <a:pt x="476120" y="1008277"/>
                  </a:lnTo>
                  <a:lnTo>
                    <a:pt x="634612" y="1008277"/>
                  </a:lnTo>
                  <a:lnTo>
                    <a:pt x="634612" y="612730"/>
                  </a:lnTo>
                  <a:close/>
                  <a:moveTo>
                    <a:pt x="0" y="0"/>
                  </a:moveTo>
                  <a:lnTo>
                    <a:pt x="1104268" y="0"/>
                  </a:lnTo>
                  <a:lnTo>
                    <a:pt x="1104268" y="1634168"/>
                  </a:lnTo>
                  <a:lnTo>
                    <a:pt x="0" y="1634168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C508BD9-3F87-9E03-4095-17CA004893E6}"/>
                </a:ext>
              </a:extLst>
            </p:cNvPr>
            <p:cNvSpPr/>
            <p:nvPr/>
          </p:nvSpPr>
          <p:spPr>
            <a:xfrm>
              <a:off x="2160343" y="3840188"/>
              <a:ext cx="335390" cy="1147480"/>
            </a:xfrm>
            <a:custGeom>
              <a:avLst/>
              <a:gdLst>
                <a:gd name="connsiteX0" fmla="*/ 0 w 335390"/>
                <a:gd name="connsiteY0" fmla="*/ 0 h 1147480"/>
                <a:gd name="connsiteX1" fmla="*/ 335390 w 335390"/>
                <a:gd name="connsiteY1" fmla="*/ 0 h 1147480"/>
                <a:gd name="connsiteX2" fmla="*/ 335390 w 335390"/>
                <a:gd name="connsiteY2" fmla="*/ 1147480 h 1147480"/>
                <a:gd name="connsiteX3" fmla="*/ 0 w 335390"/>
                <a:gd name="connsiteY3" fmla="*/ 1147480 h 1147480"/>
                <a:gd name="connsiteX4" fmla="*/ 0 w 335390"/>
                <a:gd name="connsiteY4" fmla="*/ 0 h 1147480"/>
                <a:gd name="connsiteX5" fmla="*/ 122432 w 335390"/>
                <a:gd name="connsiteY5" fmla="*/ 422815 h 1147480"/>
                <a:gd name="connsiteX6" fmla="*/ 122432 w 335390"/>
                <a:gd name="connsiteY6" fmla="*/ 724666 h 1147480"/>
                <a:gd name="connsiteX7" fmla="*/ 223287 w 335390"/>
                <a:gd name="connsiteY7" fmla="*/ 724666 h 1147480"/>
                <a:gd name="connsiteX8" fmla="*/ 223287 w 335390"/>
                <a:gd name="connsiteY8" fmla="*/ 422815 h 1147480"/>
                <a:gd name="connsiteX9" fmla="*/ 122432 w 335390"/>
                <a:gd name="connsiteY9" fmla="*/ 422815 h 1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5390" h="1147480">
                  <a:moveTo>
                    <a:pt x="0" y="0"/>
                  </a:moveTo>
                  <a:lnTo>
                    <a:pt x="335390" y="0"/>
                  </a:lnTo>
                  <a:lnTo>
                    <a:pt x="335390" y="1147480"/>
                  </a:lnTo>
                  <a:lnTo>
                    <a:pt x="0" y="1147480"/>
                  </a:lnTo>
                  <a:lnTo>
                    <a:pt x="0" y="0"/>
                  </a:lnTo>
                  <a:close/>
                  <a:moveTo>
                    <a:pt x="122432" y="422815"/>
                  </a:moveTo>
                  <a:lnTo>
                    <a:pt x="122432" y="724666"/>
                  </a:lnTo>
                  <a:lnTo>
                    <a:pt x="223287" y="724666"/>
                  </a:lnTo>
                  <a:lnTo>
                    <a:pt x="223287" y="422815"/>
                  </a:lnTo>
                  <a:lnTo>
                    <a:pt x="122432" y="42281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1868011C-6603-3053-511C-F01F94B8E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3488" y="-585455"/>
            <a:ext cx="1819235" cy="26928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A760A2C-CA09-8B20-9D5B-E2231CF66F2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50000" contrast="50000"/>
                    </a14:imgEffect>
                  </a14:imgLayer>
                </a14:imgProps>
              </a:ext>
            </a:extLst>
          </a:blip>
          <a:srcRect l="8716" t="35765" r="37863" b="38302"/>
          <a:stretch/>
        </p:blipFill>
        <p:spPr>
          <a:xfrm rot="16200000">
            <a:off x="2947284" y="224685"/>
            <a:ext cx="2035152" cy="657436"/>
          </a:xfrm>
          <a:prstGeom prst="rect">
            <a:avLst/>
          </a:prstGeom>
        </p:spPr>
      </p:pic>
      <p:pic>
        <p:nvPicPr>
          <p:cNvPr id="67" name="Picture 6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BFF1FDD-403D-DA44-D73B-E5485D16CF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87" t="50121" r="14349" b="43926"/>
          <a:stretch/>
        </p:blipFill>
        <p:spPr>
          <a:xfrm rot="16200000">
            <a:off x="1930932" y="636044"/>
            <a:ext cx="1924050" cy="160290"/>
          </a:xfrm>
          <a:prstGeom prst="rect">
            <a:avLst/>
          </a:prstGeom>
          <a:ln>
            <a:noFill/>
          </a:ln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2FDC522E-D35A-22E5-4C0D-5E5D479634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524" y="-552327"/>
            <a:ext cx="2694666" cy="2688569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6C6447BE-C199-D24A-2E12-095511AEDB08}"/>
              </a:ext>
            </a:extLst>
          </p:cNvPr>
          <p:cNvGrpSpPr/>
          <p:nvPr/>
        </p:nvGrpSpPr>
        <p:grpSpPr>
          <a:xfrm>
            <a:off x="329079" y="1519124"/>
            <a:ext cx="2692318" cy="2692318"/>
            <a:chOff x="4749841" y="3179080"/>
            <a:chExt cx="2692318" cy="2692318"/>
          </a:xfrm>
        </p:grpSpPr>
        <p:pic>
          <p:nvPicPr>
            <p:cNvPr id="84" name="Picture 8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6C819D83-2031-3C3C-0886-FE8111EB1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16200000">
              <a:off x="4749841" y="3179080"/>
              <a:ext cx="2692318" cy="2692318"/>
            </a:xfrm>
            <a:custGeom>
              <a:avLst/>
              <a:gdLst>
                <a:gd name="connsiteX0" fmla="*/ 1648649 w 2692318"/>
                <a:gd name="connsiteY0" fmla="*/ 1644609 h 2692318"/>
                <a:gd name="connsiteX1" fmla="*/ 1045399 w 2692318"/>
                <a:gd name="connsiteY1" fmla="*/ 1644609 h 2692318"/>
                <a:gd name="connsiteX2" fmla="*/ 1045399 w 2692318"/>
                <a:gd name="connsiteY2" fmla="*/ 1898609 h 2692318"/>
                <a:gd name="connsiteX3" fmla="*/ 1648649 w 2692318"/>
                <a:gd name="connsiteY3" fmla="*/ 1898609 h 2692318"/>
                <a:gd name="connsiteX4" fmla="*/ 2692318 w 2692318"/>
                <a:gd name="connsiteY4" fmla="*/ 0 h 2692318"/>
                <a:gd name="connsiteX5" fmla="*/ 2692318 w 2692318"/>
                <a:gd name="connsiteY5" fmla="*/ 2692318 h 2692318"/>
                <a:gd name="connsiteX6" fmla="*/ 0 w 2692318"/>
                <a:gd name="connsiteY6" fmla="*/ 2692318 h 2692318"/>
                <a:gd name="connsiteX7" fmla="*/ 0 w 2692318"/>
                <a:gd name="connsiteY7" fmla="*/ 0 h 2692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92318" h="2692318">
                  <a:moveTo>
                    <a:pt x="1648649" y="1644609"/>
                  </a:moveTo>
                  <a:lnTo>
                    <a:pt x="1045399" y="1644609"/>
                  </a:lnTo>
                  <a:lnTo>
                    <a:pt x="1045399" y="1898609"/>
                  </a:lnTo>
                  <a:lnTo>
                    <a:pt x="1648649" y="1898609"/>
                  </a:lnTo>
                  <a:close/>
                  <a:moveTo>
                    <a:pt x="2692318" y="0"/>
                  </a:moveTo>
                  <a:lnTo>
                    <a:pt x="2692318" y="2692318"/>
                  </a:lnTo>
                  <a:lnTo>
                    <a:pt x="0" y="2692318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</p:pic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B2DADD0-E578-AE25-32FB-FF277160EFBE}"/>
                </a:ext>
              </a:extLst>
            </p:cNvPr>
            <p:cNvSpPr/>
            <p:nvPr/>
          </p:nvSpPr>
          <p:spPr>
            <a:xfrm>
              <a:off x="6235281" y="3572200"/>
              <a:ext cx="554324" cy="1906078"/>
            </a:xfrm>
            <a:custGeom>
              <a:avLst/>
              <a:gdLst>
                <a:gd name="connsiteX0" fmla="*/ 0 w 335390"/>
                <a:gd name="connsiteY0" fmla="*/ 0 h 1147480"/>
                <a:gd name="connsiteX1" fmla="*/ 335390 w 335390"/>
                <a:gd name="connsiteY1" fmla="*/ 0 h 1147480"/>
                <a:gd name="connsiteX2" fmla="*/ 335390 w 335390"/>
                <a:gd name="connsiteY2" fmla="*/ 1147480 h 1147480"/>
                <a:gd name="connsiteX3" fmla="*/ 0 w 335390"/>
                <a:gd name="connsiteY3" fmla="*/ 1147480 h 1147480"/>
                <a:gd name="connsiteX4" fmla="*/ 0 w 335390"/>
                <a:gd name="connsiteY4" fmla="*/ 0 h 1147480"/>
                <a:gd name="connsiteX5" fmla="*/ 122432 w 335390"/>
                <a:gd name="connsiteY5" fmla="*/ 422815 h 1147480"/>
                <a:gd name="connsiteX6" fmla="*/ 122432 w 335390"/>
                <a:gd name="connsiteY6" fmla="*/ 724666 h 1147480"/>
                <a:gd name="connsiteX7" fmla="*/ 223287 w 335390"/>
                <a:gd name="connsiteY7" fmla="*/ 724666 h 1147480"/>
                <a:gd name="connsiteX8" fmla="*/ 223287 w 335390"/>
                <a:gd name="connsiteY8" fmla="*/ 422815 h 1147480"/>
                <a:gd name="connsiteX9" fmla="*/ 122432 w 335390"/>
                <a:gd name="connsiteY9" fmla="*/ 422815 h 1147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5390" h="1147480">
                  <a:moveTo>
                    <a:pt x="0" y="0"/>
                  </a:moveTo>
                  <a:lnTo>
                    <a:pt x="335390" y="0"/>
                  </a:lnTo>
                  <a:lnTo>
                    <a:pt x="335390" y="1147480"/>
                  </a:lnTo>
                  <a:lnTo>
                    <a:pt x="0" y="1147480"/>
                  </a:lnTo>
                  <a:lnTo>
                    <a:pt x="0" y="0"/>
                  </a:lnTo>
                  <a:close/>
                  <a:moveTo>
                    <a:pt x="122432" y="422815"/>
                  </a:moveTo>
                  <a:lnTo>
                    <a:pt x="122432" y="724666"/>
                  </a:lnTo>
                  <a:lnTo>
                    <a:pt x="223287" y="724666"/>
                  </a:lnTo>
                  <a:lnTo>
                    <a:pt x="223287" y="422815"/>
                  </a:lnTo>
                  <a:lnTo>
                    <a:pt x="122432" y="42281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pic>
        <p:nvPicPr>
          <p:cNvPr id="104" name="Picture 10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FD8CF7-8A0C-EE43-6905-8B260E07E2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386" y="4557"/>
            <a:ext cx="1269841" cy="1269841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ACD93B9-9FFA-9823-C350-720D67642F63}"/>
              </a:ext>
            </a:extLst>
          </p:cNvPr>
          <p:cNvGrpSpPr/>
          <p:nvPr/>
        </p:nvGrpSpPr>
        <p:grpSpPr>
          <a:xfrm>
            <a:off x="12625090" y="-2916713"/>
            <a:ext cx="3470116" cy="3470116"/>
            <a:chOff x="4826159" y="1923967"/>
            <a:chExt cx="3470116" cy="3470116"/>
          </a:xfrm>
        </p:grpSpPr>
        <p:pic>
          <p:nvPicPr>
            <p:cNvPr id="124" name="Picture 12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4C1020A4-5460-2095-E429-C2E798089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98" t="3303" r="50000" b="49035"/>
            <a:stretch>
              <a:fillRect/>
            </a:stretch>
          </p:blipFill>
          <p:spPr>
            <a:xfrm>
              <a:off x="5013481" y="2048097"/>
              <a:ext cx="1547734" cy="1653935"/>
            </a:xfrm>
            <a:custGeom>
              <a:avLst/>
              <a:gdLst>
                <a:gd name="connsiteX0" fmla="*/ 0 w 1547734"/>
                <a:gd name="connsiteY0" fmla="*/ 0 h 1653935"/>
                <a:gd name="connsiteX1" fmla="*/ 1547734 w 1547734"/>
                <a:gd name="connsiteY1" fmla="*/ 0 h 1653935"/>
                <a:gd name="connsiteX2" fmla="*/ 1547734 w 1547734"/>
                <a:gd name="connsiteY2" fmla="*/ 1653935 h 1653935"/>
                <a:gd name="connsiteX3" fmla="*/ 0 w 1547734"/>
                <a:gd name="connsiteY3" fmla="*/ 1653935 h 1653935"/>
                <a:gd name="connsiteX4" fmla="*/ 0 w 1547734"/>
                <a:gd name="connsiteY4" fmla="*/ 0 h 165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734" h="1653935">
                  <a:moveTo>
                    <a:pt x="0" y="0"/>
                  </a:moveTo>
                  <a:lnTo>
                    <a:pt x="1547734" y="0"/>
                  </a:lnTo>
                  <a:lnTo>
                    <a:pt x="1547734" y="1653935"/>
                  </a:lnTo>
                  <a:lnTo>
                    <a:pt x="0" y="1653935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22" name="Picture 12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2B872D51-91EA-2AEF-8B7D-26FD07EFF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826159" y="1923967"/>
              <a:ext cx="3470116" cy="3470116"/>
            </a:xfrm>
            <a:custGeom>
              <a:avLst/>
              <a:gdLst>
                <a:gd name="connsiteX0" fmla="*/ 0 w 3470116"/>
                <a:gd name="connsiteY0" fmla="*/ 0 h 3470116"/>
                <a:gd name="connsiteX1" fmla="*/ 3470116 w 3470116"/>
                <a:gd name="connsiteY1" fmla="*/ 0 h 3470116"/>
                <a:gd name="connsiteX2" fmla="*/ 3470116 w 3470116"/>
                <a:gd name="connsiteY2" fmla="*/ 3470116 h 3470116"/>
                <a:gd name="connsiteX3" fmla="*/ 0 w 3470116"/>
                <a:gd name="connsiteY3" fmla="*/ 3470116 h 3470116"/>
                <a:gd name="connsiteX4" fmla="*/ 0 w 3470116"/>
                <a:gd name="connsiteY4" fmla="*/ 0 h 3470116"/>
                <a:gd name="connsiteX5" fmla="*/ 187322 w 3470116"/>
                <a:gd name="connsiteY5" fmla="*/ 114604 h 3470116"/>
                <a:gd name="connsiteX6" fmla="*/ 187322 w 3470116"/>
                <a:gd name="connsiteY6" fmla="*/ 1768539 h 3470116"/>
                <a:gd name="connsiteX7" fmla="*/ 1735056 w 3470116"/>
                <a:gd name="connsiteY7" fmla="*/ 1768539 h 3470116"/>
                <a:gd name="connsiteX8" fmla="*/ 1735056 w 3470116"/>
                <a:gd name="connsiteY8" fmla="*/ 114604 h 3470116"/>
                <a:gd name="connsiteX9" fmla="*/ 187322 w 3470116"/>
                <a:gd name="connsiteY9" fmla="*/ 114604 h 3470116"/>
                <a:gd name="connsiteX10" fmla="*/ 1735057 w 3470116"/>
                <a:gd name="connsiteY10" fmla="*/ 114604 h 3470116"/>
                <a:gd name="connsiteX11" fmla="*/ 1735057 w 3470116"/>
                <a:gd name="connsiteY11" fmla="*/ 1768539 h 3470116"/>
                <a:gd name="connsiteX12" fmla="*/ 3282791 w 3470116"/>
                <a:gd name="connsiteY12" fmla="*/ 1768539 h 3470116"/>
                <a:gd name="connsiteX13" fmla="*/ 3282791 w 3470116"/>
                <a:gd name="connsiteY13" fmla="*/ 114604 h 3470116"/>
                <a:gd name="connsiteX14" fmla="*/ 1735057 w 3470116"/>
                <a:gd name="connsiteY14" fmla="*/ 114604 h 347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70116" h="3470116">
                  <a:moveTo>
                    <a:pt x="0" y="0"/>
                  </a:moveTo>
                  <a:lnTo>
                    <a:pt x="3470116" y="0"/>
                  </a:lnTo>
                  <a:lnTo>
                    <a:pt x="3470116" y="3470116"/>
                  </a:lnTo>
                  <a:lnTo>
                    <a:pt x="0" y="3470116"/>
                  </a:lnTo>
                  <a:lnTo>
                    <a:pt x="0" y="0"/>
                  </a:lnTo>
                  <a:close/>
                  <a:moveTo>
                    <a:pt x="187322" y="114604"/>
                  </a:moveTo>
                  <a:lnTo>
                    <a:pt x="187322" y="1768539"/>
                  </a:lnTo>
                  <a:lnTo>
                    <a:pt x="1735056" y="1768539"/>
                  </a:lnTo>
                  <a:lnTo>
                    <a:pt x="1735056" y="114604"/>
                  </a:lnTo>
                  <a:lnTo>
                    <a:pt x="187322" y="114604"/>
                  </a:lnTo>
                  <a:close/>
                  <a:moveTo>
                    <a:pt x="1735057" y="114604"/>
                  </a:moveTo>
                  <a:lnTo>
                    <a:pt x="1735057" y="1768539"/>
                  </a:lnTo>
                  <a:lnTo>
                    <a:pt x="3282791" y="1768539"/>
                  </a:lnTo>
                  <a:lnTo>
                    <a:pt x="3282791" y="114604"/>
                  </a:lnTo>
                  <a:lnTo>
                    <a:pt x="1735057" y="114604"/>
                  </a:lnTo>
                  <a:close/>
                </a:path>
              </a:pathLst>
            </a:custGeom>
          </p:spPr>
        </p:pic>
        <p:pic>
          <p:nvPicPr>
            <p:cNvPr id="125" name="Picture 12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3F7A2A10-5A81-A256-1446-13E0BF36F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98" t="3303" r="50000" b="49035"/>
            <a:stretch>
              <a:fillRect/>
            </a:stretch>
          </p:blipFill>
          <p:spPr>
            <a:xfrm flipH="1">
              <a:off x="6560681" y="2048097"/>
              <a:ext cx="1547734" cy="1653935"/>
            </a:xfrm>
            <a:custGeom>
              <a:avLst/>
              <a:gdLst>
                <a:gd name="connsiteX0" fmla="*/ 0 w 1547734"/>
                <a:gd name="connsiteY0" fmla="*/ 0 h 1653935"/>
                <a:gd name="connsiteX1" fmla="*/ 1547734 w 1547734"/>
                <a:gd name="connsiteY1" fmla="*/ 0 h 1653935"/>
                <a:gd name="connsiteX2" fmla="*/ 1547734 w 1547734"/>
                <a:gd name="connsiteY2" fmla="*/ 1653935 h 1653935"/>
                <a:gd name="connsiteX3" fmla="*/ 0 w 1547734"/>
                <a:gd name="connsiteY3" fmla="*/ 1653935 h 1653935"/>
                <a:gd name="connsiteX4" fmla="*/ 0 w 1547734"/>
                <a:gd name="connsiteY4" fmla="*/ 0 h 165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734" h="1653935">
                  <a:moveTo>
                    <a:pt x="0" y="0"/>
                  </a:moveTo>
                  <a:lnTo>
                    <a:pt x="1547734" y="0"/>
                  </a:lnTo>
                  <a:lnTo>
                    <a:pt x="1547734" y="1653935"/>
                  </a:lnTo>
                  <a:lnTo>
                    <a:pt x="0" y="1653935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pic>
        <p:nvPicPr>
          <p:cNvPr id="66" name="Picture 6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E39A843-B31E-C431-FB86-C1E1D6AFCE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1" t="18181" r="26737" b="74883"/>
          <a:stretch/>
        </p:blipFill>
        <p:spPr>
          <a:xfrm rot="10800000" flipH="1">
            <a:off x="2973103" y="1678214"/>
            <a:ext cx="792164" cy="186744"/>
          </a:xfrm>
          <a:prstGeom prst="rect">
            <a:avLst/>
          </a:prstGeom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3A46D7D-FEC3-3C46-44C8-5FD694A65462}"/>
              </a:ext>
            </a:extLst>
          </p:cNvPr>
          <p:cNvGrpSpPr/>
          <p:nvPr/>
        </p:nvGrpSpPr>
        <p:grpSpPr>
          <a:xfrm>
            <a:off x="4018723" y="2665314"/>
            <a:ext cx="3318049" cy="3315402"/>
            <a:chOff x="4018723" y="2665314"/>
            <a:chExt cx="3318049" cy="3315402"/>
          </a:xfrm>
        </p:grpSpPr>
        <p:sp>
          <p:nvSpPr>
            <p:cNvPr id="2" name="Rectangle: Top Corners Snipped 1">
              <a:extLst>
                <a:ext uri="{FF2B5EF4-FFF2-40B4-BE49-F238E27FC236}">
                  <a16:creationId xmlns:a16="http://schemas.microsoft.com/office/drawing/2014/main" id="{F991DEAF-7D61-FBD8-A31C-89F576044DEA}"/>
                </a:ext>
              </a:extLst>
            </p:cNvPr>
            <p:cNvSpPr/>
            <p:nvPr/>
          </p:nvSpPr>
          <p:spPr>
            <a:xfrm rot="16200000">
              <a:off x="4055200" y="3924489"/>
              <a:ext cx="2424111" cy="785813"/>
            </a:xfrm>
            <a:prstGeom prst="snip2SameRect">
              <a:avLst>
                <a:gd name="adj1" fmla="val 2705"/>
                <a:gd name="adj2" fmla="val 0"/>
              </a:avLst>
            </a:prstGeom>
            <a:solidFill>
              <a:srgbClr val="3D37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DBD596CB-F4BE-D2D9-4C78-498DDB92F6F5}"/>
                </a:ext>
              </a:extLst>
            </p:cNvPr>
            <p:cNvGrpSpPr/>
            <p:nvPr/>
          </p:nvGrpSpPr>
          <p:grpSpPr>
            <a:xfrm>
              <a:off x="4018723" y="2665314"/>
              <a:ext cx="3318049" cy="3315402"/>
              <a:chOff x="4513403" y="3095820"/>
              <a:chExt cx="3318049" cy="3315402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F668BD63-A844-D19F-2AC5-2C2D9C2C54B4}"/>
                  </a:ext>
                </a:extLst>
              </p:cNvPr>
              <p:cNvSpPr/>
              <p:nvPr/>
            </p:nvSpPr>
            <p:spPr>
              <a:xfrm>
                <a:off x="4513403" y="3095820"/>
                <a:ext cx="3318049" cy="3315402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E95F2CDA-DEF8-764E-C776-14C3B7F260A2}"/>
                  </a:ext>
                </a:extLst>
              </p:cNvPr>
              <p:cNvGrpSpPr/>
              <p:nvPr/>
            </p:nvGrpSpPr>
            <p:grpSpPr>
              <a:xfrm>
                <a:off x="5369291" y="3095820"/>
                <a:ext cx="1606271" cy="3315401"/>
                <a:chOff x="5369291" y="3095820"/>
                <a:chExt cx="1606271" cy="3315401"/>
              </a:xfrm>
            </p:grpSpPr>
            <p:sp>
              <p:nvSpPr>
                <p:cNvPr id="141" name="Freeform: Shape 140">
                  <a:extLst>
                    <a:ext uri="{FF2B5EF4-FFF2-40B4-BE49-F238E27FC236}">
                      <a16:creationId xmlns:a16="http://schemas.microsoft.com/office/drawing/2014/main" id="{0F360030-776F-D5DB-A0DD-B7A4368E12AB}"/>
                    </a:ext>
                  </a:extLst>
                </p:cNvPr>
                <p:cNvSpPr/>
                <p:nvPr/>
              </p:nvSpPr>
              <p:spPr>
                <a:xfrm>
                  <a:off x="5467448" y="3541464"/>
                  <a:ext cx="785813" cy="2424112"/>
                </a:xfrm>
                <a:custGeom>
                  <a:avLst/>
                  <a:gdLst>
                    <a:gd name="connsiteX0" fmla="*/ 0 w 785813"/>
                    <a:gd name="connsiteY0" fmla="*/ 0 h 2424112"/>
                    <a:gd name="connsiteX1" fmla="*/ 785813 w 785813"/>
                    <a:gd name="connsiteY1" fmla="*/ 0 h 2424112"/>
                    <a:gd name="connsiteX2" fmla="*/ 785813 w 785813"/>
                    <a:gd name="connsiteY2" fmla="*/ 2424112 h 2424112"/>
                    <a:gd name="connsiteX3" fmla="*/ 0 w 785813"/>
                    <a:gd name="connsiteY3" fmla="*/ 2424112 h 2424112"/>
                    <a:gd name="connsiteX4" fmla="*/ 0 w 785813"/>
                    <a:gd name="connsiteY4" fmla="*/ 1606729 h 2424112"/>
                    <a:gd name="connsiteX5" fmla="*/ 36299 w 785813"/>
                    <a:gd name="connsiteY5" fmla="*/ 1603013 h 2424112"/>
                    <a:gd name="connsiteX6" fmla="*/ 350021 w 785813"/>
                    <a:gd name="connsiteY6" fmla="*/ 1212056 h 2424112"/>
                    <a:gd name="connsiteX7" fmla="*/ 36299 w 785813"/>
                    <a:gd name="connsiteY7" fmla="*/ 821100 h 2424112"/>
                    <a:gd name="connsiteX8" fmla="*/ 0 w 785813"/>
                    <a:gd name="connsiteY8" fmla="*/ 817383 h 2424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85813" h="2424112">
                      <a:moveTo>
                        <a:pt x="0" y="0"/>
                      </a:moveTo>
                      <a:lnTo>
                        <a:pt x="785813" y="0"/>
                      </a:lnTo>
                      <a:lnTo>
                        <a:pt x="785813" y="2424112"/>
                      </a:lnTo>
                      <a:lnTo>
                        <a:pt x="0" y="2424112"/>
                      </a:lnTo>
                      <a:lnTo>
                        <a:pt x="0" y="1606729"/>
                      </a:lnTo>
                      <a:lnTo>
                        <a:pt x="36299" y="1603013"/>
                      </a:lnTo>
                      <a:cubicBezTo>
                        <a:pt x="215340" y="1565801"/>
                        <a:pt x="350021" y="1404904"/>
                        <a:pt x="350021" y="1212056"/>
                      </a:cubicBezTo>
                      <a:cubicBezTo>
                        <a:pt x="350021" y="1019209"/>
                        <a:pt x="215340" y="858311"/>
                        <a:pt x="36299" y="821100"/>
                      </a:cubicBezTo>
                      <a:lnTo>
                        <a:pt x="0" y="817383"/>
                      </a:lnTo>
                      <a:close/>
                    </a:path>
                  </a:pathLst>
                </a:custGeom>
                <a:solidFill>
                  <a:srgbClr val="1C1A1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GB"/>
                </a:p>
              </p:txBody>
            </p:sp>
            <p:pic>
              <p:nvPicPr>
                <p:cNvPr id="128" name="Picture 127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AF5941D2-4F06-3507-BDA8-2CA81ED910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51590"/>
                <a:stretch/>
              </p:blipFill>
              <p:spPr>
                <a:xfrm rot="16200000">
                  <a:off x="4514726" y="3950385"/>
                  <a:ext cx="3315401" cy="1606271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E0C544C-0D49-F3E2-A07B-78B381EE9DFC}"/>
              </a:ext>
            </a:extLst>
          </p:cNvPr>
          <p:cNvGrpSpPr/>
          <p:nvPr/>
        </p:nvGrpSpPr>
        <p:grpSpPr>
          <a:xfrm>
            <a:off x="7437936" y="2665316"/>
            <a:ext cx="3318049" cy="3315403"/>
            <a:chOff x="7308691" y="2505296"/>
            <a:chExt cx="3318049" cy="3315403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17ADF896-8FC1-EC47-3A14-881A20505DBA}"/>
                </a:ext>
              </a:extLst>
            </p:cNvPr>
            <p:cNvGrpSpPr/>
            <p:nvPr/>
          </p:nvGrpSpPr>
          <p:grpSpPr>
            <a:xfrm>
              <a:off x="7308691" y="2505297"/>
              <a:ext cx="3318049" cy="3315402"/>
              <a:chOff x="7308691" y="2505297"/>
              <a:chExt cx="3318049" cy="3315402"/>
            </a:xfrm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6189E785-CECE-EFCC-5C33-6FBE685E7FCB}"/>
                  </a:ext>
                </a:extLst>
              </p:cNvPr>
              <p:cNvSpPr/>
              <p:nvPr/>
            </p:nvSpPr>
            <p:spPr>
              <a:xfrm>
                <a:off x="7308691" y="2505297"/>
                <a:ext cx="3318049" cy="3315402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083D0CC7-EC9F-16DE-06E6-CEEAF1FFC70F}"/>
                  </a:ext>
                </a:extLst>
              </p:cNvPr>
              <p:cNvGrpSpPr/>
              <p:nvPr/>
            </p:nvGrpSpPr>
            <p:grpSpPr>
              <a:xfrm>
                <a:off x="8413650" y="2950940"/>
                <a:ext cx="2016817" cy="2424113"/>
                <a:chOff x="8413650" y="2950940"/>
                <a:chExt cx="2016817" cy="2424113"/>
              </a:xfrm>
            </p:grpSpPr>
            <p:sp>
              <p:nvSpPr>
                <p:cNvPr id="160" name="Rectangle: Top Corners Snipped 159">
                  <a:extLst>
                    <a:ext uri="{FF2B5EF4-FFF2-40B4-BE49-F238E27FC236}">
                      <a16:creationId xmlns:a16="http://schemas.microsoft.com/office/drawing/2014/main" id="{72F73C18-2480-9621-7F1F-BAA98681B944}"/>
                    </a:ext>
                  </a:extLst>
                </p:cNvPr>
                <p:cNvSpPr/>
                <p:nvPr/>
              </p:nvSpPr>
              <p:spPr>
                <a:xfrm rot="16200000">
                  <a:off x="8040116" y="3324474"/>
                  <a:ext cx="2424111" cy="1677043"/>
                </a:xfrm>
                <a:prstGeom prst="snip2SameRect">
                  <a:avLst>
                    <a:gd name="adj1" fmla="val 2705"/>
                    <a:gd name="adj2" fmla="val 0"/>
                  </a:avLst>
                </a:prstGeom>
                <a:solidFill>
                  <a:srgbClr val="3D373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810C1E07-41BA-4BE7-A9B7-716409E5E94B}"/>
                    </a:ext>
                  </a:extLst>
                </p:cNvPr>
                <p:cNvSpPr/>
                <p:nvPr/>
              </p:nvSpPr>
              <p:spPr>
                <a:xfrm>
                  <a:off x="9644654" y="2950941"/>
                  <a:ext cx="785813" cy="2424112"/>
                </a:xfrm>
                <a:custGeom>
                  <a:avLst/>
                  <a:gdLst>
                    <a:gd name="connsiteX0" fmla="*/ 0 w 785813"/>
                    <a:gd name="connsiteY0" fmla="*/ 0 h 2424112"/>
                    <a:gd name="connsiteX1" fmla="*/ 785813 w 785813"/>
                    <a:gd name="connsiteY1" fmla="*/ 0 h 2424112"/>
                    <a:gd name="connsiteX2" fmla="*/ 785813 w 785813"/>
                    <a:gd name="connsiteY2" fmla="*/ 2424112 h 2424112"/>
                    <a:gd name="connsiteX3" fmla="*/ 0 w 785813"/>
                    <a:gd name="connsiteY3" fmla="*/ 2424112 h 2424112"/>
                    <a:gd name="connsiteX4" fmla="*/ 0 w 785813"/>
                    <a:gd name="connsiteY4" fmla="*/ 1606729 h 2424112"/>
                    <a:gd name="connsiteX5" fmla="*/ 36299 w 785813"/>
                    <a:gd name="connsiteY5" fmla="*/ 1603013 h 2424112"/>
                    <a:gd name="connsiteX6" fmla="*/ 350021 w 785813"/>
                    <a:gd name="connsiteY6" fmla="*/ 1212056 h 2424112"/>
                    <a:gd name="connsiteX7" fmla="*/ 36299 w 785813"/>
                    <a:gd name="connsiteY7" fmla="*/ 821100 h 2424112"/>
                    <a:gd name="connsiteX8" fmla="*/ 0 w 785813"/>
                    <a:gd name="connsiteY8" fmla="*/ 817383 h 2424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85813" h="2424112">
                      <a:moveTo>
                        <a:pt x="0" y="0"/>
                      </a:moveTo>
                      <a:lnTo>
                        <a:pt x="785813" y="0"/>
                      </a:lnTo>
                      <a:lnTo>
                        <a:pt x="785813" y="2424112"/>
                      </a:lnTo>
                      <a:lnTo>
                        <a:pt x="0" y="2424112"/>
                      </a:lnTo>
                      <a:lnTo>
                        <a:pt x="0" y="1606729"/>
                      </a:lnTo>
                      <a:lnTo>
                        <a:pt x="36299" y="1603013"/>
                      </a:lnTo>
                      <a:cubicBezTo>
                        <a:pt x="215340" y="1565801"/>
                        <a:pt x="350021" y="1404904"/>
                        <a:pt x="350021" y="1212056"/>
                      </a:cubicBezTo>
                      <a:cubicBezTo>
                        <a:pt x="350021" y="1019209"/>
                        <a:pt x="215340" y="858311"/>
                        <a:pt x="36299" y="821100"/>
                      </a:cubicBezTo>
                      <a:lnTo>
                        <a:pt x="0" y="817383"/>
                      </a:lnTo>
                      <a:close/>
                    </a:path>
                  </a:pathLst>
                </a:custGeom>
                <a:solidFill>
                  <a:srgbClr val="1C1A1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BFB5D310-25FF-A1F1-D58F-7C35A2E91F41}"/>
                </a:ext>
              </a:extLst>
            </p:cNvPr>
            <p:cNvGrpSpPr/>
            <p:nvPr/>
          </p:nvGrpSpPr>
          <p:grpSpPr>
            <a:xfrm>
              <a:off x="8456647" y="2505296"/>
              <a:ext cx="2170093" cy="3315401"/>
              <a:chOff x="4152486" y="3542598"/>
              <a:chExt cx="2170093" cy="3315401"/>
            </a:xfrm>
          </p:grpSpPr>
          <p:pic>
            <p:nvPicPr>
              <p:cNvPr id="149" name="Picture 148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AB8313DA-06AA-DE87-2C70-76B1444C6F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1571" b="15631"/>
              <a:stretch/>
            </p:blipFill>
            <p:spPr>
              <a:xfrm rot="16200000">
                <a:off x="4120750" y="4656171"/>
                <a:ext cx="3315401" cy="1088256"/>
              </a:xfrm>
              <a:prstGeom prst="rect">
                <a:avLst/>
              </a:prstGeom>
            </p:spPr>
          </p:pic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629CF4C5-01D9-1E28-C89A-859CAB98EAD0}"/>
                  </a:ext>
                </a:extLst>
              </p:cNvPr>
              <p:cNvGrpSpPr/>
              <p:nvPr/>
            </p:nvGrpSpPr>
            <p:grpSpPr>
              <a:xfrm>
                <a:off x="4152486" y="3763371"/>
                <a:ext cx="1081836" cy="432014"/>
                <a:chOff x="3902702" y="3154911"/>
                <a:chExt cx="1081836" cy="432014"/>
              </a:xfrm>
            </p:grpSpPr>
            <p:pic>
              <p:nvPicPr>
                <p:cNvPr id="150" name="Picture 149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2EA82687-0033-8B49-4497-0830E537D6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7071" t="34286" r="10001" b="49264"/>
                <a:stretch/>
              </p:blipFill>
              <p:spPr>
                <a:xfrm rot="17340000">
                  <a:off x="4497320" y="3099708"/>
                  <a:ext cx="428625" cy="545810"/>
                </a:xfrm>
                <a:prstGeom prst="rect">
                  <a:avLst/>
                </a:prstGeom>
              </p:spPr>
            </p:pic>
            <p:pic>
              <p:nvPicPr>
                <p:cNvPr id="169" name="Picture 168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AE8F881A-F8C9-E2D6-6618-492CAE0D6A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7071" t="34286" r="10001" b="49264"/>
                <a:stretch/>
              </p:blipFill>
              <p:spPr>
                <a:xfrm rot="17340000">
                  <a:off x="3961294" y="3096319"/>
                  <a:ext cx="428625" cy="545810"/>
                </a:xfrm>
                <a:prstGeom prst="rect">
                  <a:avLst/>
                </a:prstGeom>
              </p:spPr>
            </p:pic>
          </p:grp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46C593C1-F6D3-E04E-942A-59C720C13902}"/>
                  </a:ext>
                </a:extLst>
              </p:cNvPr>
              <p:cNvGrpSpPr/>
              <p:nvPr/>
            </p:nvGrpSpPr>
            <p:grpSpPr>
              <a:xfrm flipV="1">
                <a:off x="4164391" y="6211675"/>
                <a:ext cx="1081836" cy="432014"/>
                <a:chOff x="3902702" y="3154911"/>
                <a:chExt cx="1081836" cy="432014"/>
              </a:xfrm>
            </p:grpSpPr>
            <p:pic>
              <p:nvPicPr>
                <p:cNvPr id="172" name="Picture 171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59865BE9-9778-8C61-2AF9-6E548CC17F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7071" t="34286" r="10001" b="49264"/>
                <a:stretch/>
              </p:blipFill>
              <p:spPr>
                <a:xfrm rot="17340000">
                  <a:off x="4497320" y="3099708"/>
                  <a:ext cx="428625" cy="545810"/>
                </a:xfrm>
                <a:prstGeom prst="rect">
                  <a:avLst/>
                </a:prstGeom>
              </p:spPr>
            </p:pic>
            <p:pic>
              <p:nvPicPr>
                <p:cNvPr id="173" name="Picture 172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80A0F19F-9CA8-ADAF-6B17-D93B411EDB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7071" t="34286" r="10001" b="49264"/>
                <a:stretch/>
              </p:blipFill>
              <p:spPr>
                <a:xfrm rot="17340000">
                  <a:off x="3961294" y="3096319"/>
                  <a:ext cx="428625" cy="545810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529718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09A07A-D820-B880-DED7-CA4D4B7242FE}"/>
              </a:ext>
            </a:extLst>
          </p:cNvPr>
          <p:cNvSpPr/>
          <p:nvPr/>
        </p:nvSpPr>
        <p:spPr>
          <a:xfrm>
            <a:off x="5925900" y="2043112"/>
            <a:ext cx="4225051" cy="4229576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8AD9212-A1F4-FB7D-E0F0-25F1C33BD083}"/>
              </a:ext>
            </a:extLst>
          </p:cNvPr>
          <p:cNvGrpSpPr>
            <a:grpSpLocks noChangeAspect="1"/>
          </p:cNvGrpSpPr>
          <p:nvPr/>
        </p:nvGrpSpPr>
        <p:grpSpPr>
          <a:xfrm>
            <a:off x="5918025" y="2117423"/>
            <a:ext cx="4240800" cy="4073399"/>
            <a:chOff x="690800" y="714375"/>
            <a:chExt cx="4234816" cy="4067651"/>
          </a:xfrm>
        </p:grpSpPr>
        <p:pic>
          <p:nvPicPr>
            <p:cNvPr id="4" name="Picture 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5D7D8B0-2C2B-E1C3-1F2D-6C86605BC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163" b="72751"/>
            <a:stretch/>
          </p:blipFill>
          <p:spPr>
            <a:xfrm>
              <a:off x="700325" y="714375"/>
              <a:ext cx="2107883" cy="1152524"/>
            </a:xfrm>
            <a:prstGeom prst="rect">
              <a:avLst/>
            </a:prstGeom>
          </p:spPr>
        </p:pic>
        <p:pic>
          <p:nvPicPr>
            <p:cNvPr id="12" name="Picture 1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DE774470-CF4F-D902-4851-2F0AA3846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249"/>
            <a:stretch/>
          </p:blipFill>
          <p:spPr>
            <a:xfrm>
              <a:off x="690800" y="1704974"/>
              <a:ext cx="4229576" cy="3077052"/>
            </a:xfrm>
            <a:prstGeom prst="rect">
              <a:avLst/>
            </a:prstGeom>
          </p:spPr>
        </p:pic>
        <p:pic>
          <p:nvPicPr>
            <p:cNvPr id="13" name="Picture 1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741702BA-755C-F670-0E09-A3A028844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163" b="72751"/>
            <a:stretch/>
          </p:blipFill>
          <p:spPr>
            <a:xfrm>
              <a:off x="2817733" y="714375"/>
              <a:ext cx="2107883" cy="1152524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0A69104-420F-9C46-CF25-3F52F76DDE72}"/>
              </a:ext>
            </a:extLst>
          </p:cNvPr>
          <p:cNvGrpSpPr/>
          <p:nvPr/>
        </p:nvGrpSpPr>
        <p:grpSpPr>
          <a:xfrm>
            <a:off x="1276457" y="2043112"/>
            <a:ext cx="4241007" cy="4229576"/>
            <a:chOff x="1276457" y="2043112"/>
            <a:chExt cx="4241007" cy="422957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09CFC0A-2D3E-8CA9-7F63-151983042D4B}"/>
                </a:ext>
              </a:extLst>
            </p:cNvPr>
            <p:cNvGrpSpPr/>
            <p:nvPr/>
          </p:nvGrpSpPr>
          <p:grpSpPr>
            <a:xfrm>
              <a:off x="1276457" y="2117423"/>
              <a:ext cx="4241007" cy="4077176"/>
              <a:chOff x="563244" y="519112"/>
              <a:chExt cx="4241007" cy="4077176"/>
            </a:xfrm>
          </p:grpSpPr>
          <p:pic>
            <p:nvPicPr>
              <p:cNvPr id="6" name="Picture 5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7088E6FD-37D2-0567-B4CB-6F1F460B28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9893" b="72751"/>
              <a:stretch/>
            </p:blipFill>
            <p:spPr>
              <a:xfrm>
                <a:off x="563244" y="519112"/>
                <a:ext cx="2119312" cy="1152525"/>
              </a:xfrm>
              <a:prstGeom prst="rect">
                <a:avLst/>
              </a:prstGeom>
            </p:spPr>
          </p:pic>
          <p:pic>
            <p:nvPicPr>
              <p:cNvPr id="5" name="Picture 4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C7B99209-2ADB-36C1-5584-12D0F0207A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249"/>
              <a:stretch/>
            </p:blipFill>
            <p:spPr>
              <a:xfrm>
                <a:off x="574675" y="1519237"/>
                <a:ext cx="4229576" cy="3077051"/>
              </a:xfrm>
              <a:prstGeom prst="rect">
                <a:avLst/>
              </a:prstGeom>
            </p:spPr>
          </p:pic>
          <p:pic>
            <p:nvPicPr>
              <p:cNvPr id="7" name="Picture 6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F19AB945-9578-49A6-FD91-ED2A5AB2D6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892" r="1" b="72751"/>
              <a:stretch/>
            </p:blipFill>
            <p:spPr>
              <a:xfrm>
                <a:off x="2684939" y="519112"/>
                <a:ext cx="2119312" cy="1152525"/>
              </a:xfrm>
              <a:prstGeom prst="rect">
                <a:avLst/>
              </a:prstGeom>
            </p:spPr>
          </p:pic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8F92CE4-C7AD-8BAF-EAC6-5B20A4CDB6DC}"/>
                </a:ext>
              </a:extLst>
            </p:cNvPr>
            <p:cNvSpPr/>
            <p:nvPr/>
          </p:nvSpPr>
          <p:spPr>
            <a:xfrm>
              <a:off x="1284436" y="2043112"/>
              <a:ext cx="4225051" cy="4229576"/>
            </a:xfrm>
            <a:prstGeom prst="rect">
              <a:avLst/>
            </a:prstGeom>
            <a:solidFill>
              <a:srgbClr val="4472C4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2846239-263F-9382-53F1-3BE68FF47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305" y="590074"/>
            <a:ext cx="1269841" cy="1269841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4A1B35A-F163-3C5C-70AF-0142C3A37E0A}"/>
              </a:ext>
            </a:extLst>
          </p:cNvPr>
          <p:cNvGrpSpPr/>
          <p:nvPr/>
        </p:nvGrpSpPr>
        <p:grpSpPr>
          <a:xfrm>
            <a:off x="5517464" y="590074"/>
            <a:ext cx="1269841" cy="1269841"/>
            <a:chOff x="4623495" y="2496403"/>
            <a:chExt cx="1269841" cy="1269841"/>
          </a:xfrm>
        </p:grpSpPr>
        <p:pic>
          <p:nvPicPr>
            <p:cNvPr id="23" name="Picture 2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2D85374F-F509-DC79-9CBF-864253B5C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3495" y="2496403"/>
              <a:ext cx="1269841" cy="1269841"/>
            </a:xfrm>
            <a:prstGeom prst="rect">
              <a:avLst/>
            </a:prstGeom>
          </p:spPr>
        </p:pic>
        <p:sp>
          <p:nvSpPr>
            <p:cNvPr id="24" name="Circle: Hollow 23">
              <a:extLst>
                <a:ext uri="{FF2B5EF4-FFF2-40B4-BE49-F238E27FC236}">
                  <a16:creationId xmlns:a16="http://schemas.microsoft.com/office/drawing/2014/main" id="{6A2BAEB4-B573-CEF6-5B22-302BB51236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00525" y="2950613"/>
              <a:ext cx="450000" cy="450000"/>
            </a:xfrm>
            <a:prstGeom prst="donut">
              <a:avLst>
                <a:gd name="adj" fmla="val 2613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Circle: Hollow 24">
              <a:extLst>
                <a:ext uri="{FF2B5EF4-FFF2-40B4-BE49-F238E27FC236}">
                  <a16:creationId xmlns:a16="http://schemas.microsoft.com/office/drawing/2014/main" id="{DEDDE9E2-14AB-E8B3-52EB-ED221AE7A7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60087" y="2950613"/>
              <a:ext cx="450000" cy="450000"/>
            </a:xfrm>
            <a:prstGeom prst="donut">
              <a:avLst>
                <a:gd name="adj" fmla="val 2613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92468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C96877D6-7E62-9075-4D02-377A57AAB473}"/>
              </a:ext>
            </a:extLst>
          </p:cNvPr>
          <p:cNvGrpSpPr/>
          <p:nvPr/>
        </p:nvGrpSpPr>
        <p:grpSpPr>
          <a:xfrm>
            <a:off x="10526229" y="1272004"/>
            <a:ext cx="2128339" cy="2128339"/>
            <a:chOff x="8534354" y="1092828"/>
            <a:chExt cx="2128339" cy="2128339"/>
          </a:xfrm>
        </p:grpSpPr>
        <p:pic>
          <p:nvPicPr>
            <p:cNvPr id="11" name="Picture 1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620A76B6-5ADF-7C95-193E-7A64FF006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4354" y="1092828"/>
              <a:ext cx="2128339" cy="2128339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BE50FE1-6FB0-1BA2-8078-E0BE6F55C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59123" y="1858144"/>
              <a:ext cx="478800" cy="478800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70BED52-61B7-4D86-AE72-1C441780D1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90399" y="153433"/>
            <a:ext cx="478066" cy="478066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27A2013-2CF8-D02E-FC27-50DDE926C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9055" y="3096356"/>
            <a:ext cx="2128339" cy="2128339"/>
          </a:xfrm>
          <a:prstGeom prst="rect">
            <a:avLst/>
          </a:prstGeom>
        </p:spPr>
      </p:pic>
      <p:grpSp>
        <p:nvGrpSpPr>
          <p:cNvPr id="91" name="Group 90">
            <a:extLst>
              <a:ext uri="{FF2B5EF4-FFF2-40B4-BE49-F238E27FC236}">
                <a16:creationId xmlns:a16="http://schemas.microsoft.com/office/drawing/2014/main" id="{71EC46E3-689E-9E9E-EC0A-ECFECE9B9751}"/>
              </a:ext>
            </a:extLst>
          </p:cNvPr>
          <p:cNvGrpSpPr/>
          <p:nvPr/>
        </p:nvGrpSpPr>
        <p:grpSpPr>
          <a:xfrm>
            <a:off x="6047833" y="2600991"/>
            <a:ext cx="2128079" cy="2128079"/>
            <a:chOff x="6047833" y="2600991"/>
            <a:chExt cx="2128079" cy="2128079"/>
          </a:xfrm>
        </p:grpSpPr>
        <p:pic>
          <p:nvPicPr>
            <p:cNvPr id="41" name="Picture 4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6D2C7B1A-A74B-172B-2359-B1B59436A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047833" y="2600991"/>
              <a:ext cx="2128079" cy="2128079"/>
            </a:xfrm>
            <a:custGeom>
              <a:avLst/>
              <a:gdLst>
                <a:gd name="connsiteX0" fmla="*/ 768886 w 2128079"/>
                <a:gd name="connsiteY0" fmla="*/ 633983 h 2128079"/>
                <a:gd name="connsiteX1" fmla="*/ 768886 w 2128079"/>
                <a:gd name="connsiteY1" fmla="*/ 1398364 h 2128079"/>
                <a:gd name="connsiteX2" fmla="*/ 1373723 w 2128079"/>
                <a:gd name="connsiteY2" fmla="*/ 1398364 h 2128079"/>
                <a:gd name="connsiteX3" fmla="*/ 1373723 w 2128079"/>
                <a:gd name="connsiteY3" fmla="*/ 633983 h 2128079"/>
                <a:gd name="connsiteX4" fmla="*/ 0 w 2128079"/>
                <a:gd name="connsiteY4" fmla="*/ 0 h 2128079"/>
                <a:gd name="connsiteX5" fmla="*/ 2128079 w 2128079"/>
                <a:gd name="connsiteY5" fmla="*/ 0 h 2128079"/>
                <a:gd name="connsiteX6" fmla="*/ 2128079 w 2128079"/>
                <a:gd name="connsiteY6" fmla="*/ 2128079 h 2128079"/>
                <a:gd name="connsiteX7" fmla="*/ 0 w 2128079"/>
                <a:gd name="connsiteY7" fmla="*/ 2128079 h 2128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28079" h="2128079">
                  <a:moveTo>
                    <a:pt x="768886" y="633983"/>
                  </a:moveTo>
                  <a:lnTo>
                    <a:pt x="768886" y="1398364"/>
                  </a:lnTo>
                  <a:lnTo>
                    <a:pt x="1373723" y="1398364"/>
                  </a:lnTo>
                  <a:lnTo>
                    <a:pt x="1373723" y="633983"/>
                  </a:lnTo>
                  <a:close/>
                  <a:moveTo>
                    <a:pt x="0" y="0"/>
                  </a:moveTo>
                  <a:lnTo>
                    <a:pt x="2128079" y="0"/>
                  </a:lnTo>
                  <a:lnTo>
                    <a:pt x="2128079" y="2128079"/>
                  </a:lnTo>
                  <a:lnTo>
                    <a:pt x="0" y="2128079"/>
                  </a:lnTo>
                  <a:close/>
                </a:path>
              </a:pathLst>
            </a:custGeom>
            <a:ln>
              <a:noFill/>
            </a:ln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5E4B20B0-5175-F37D-C2B2-5C50058D6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788043" y="3293380"/>
              <a:ext cx="647658" cy="647658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44" name="Picture 4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07D4BBF-B858-B916-3656-3ED6A91D759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56768" y="366946"/>
            <a:ext cx="2128079" cy="212807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80A786A-94A8-641D-C778-08BFC5BDC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0231" y="152699"/>
            <a:ext cx="478800" cy="478800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2774F1BE-E572-8DCC-C03D-31C2E329D1A1}"/>
              </a:ext>
            </a:extLst>
          </p:cNvPr>
          <p:cNvGrpSpPr/>
          <p:nvPr/>
        </p:nvGrpSpPr>
        <p:grpSpPr>
          <a:xfrm>
            <a:off x="-593393" y="2600991"/>
            <a:ext cx="2128079" cy="2128079"/>
            <a:chOff x="3005366" y="2600991"/>
            <a:chExt cx="2128079" cy="2128079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D71646F-1F3B-A52B-B9B7-DE8D37BE3FAB}"/>
                </a:ext>
              </a:extLst>
            </p:cNvPr>
            <p:cNvSpPr/>
            <p:nvPr/>
          </p:nvSpPr>
          <p:spPr>
            <a:xfrm>
              <a:off x="3005366" y="2600991"/>
              <a:ext cx="2128079" cy="2128079"/>
            </a:xfrm>
            <a:prstGeom prst="rect">
              <a:avLst/>
            </a:prstGeom>
            <a:solidFill>
              <a:srgbClr val="4472C4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007F53AC-B206-FBFC-DA1A-3A0298DEB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7202" y="3292718"/>
              <a:ext cx="648000" cy="648000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EA62630-BFB9-5453-7CE5-75853A821BA6}"/>
              </a:ext>
            </a:extLst>
          </p:cNvPr>
          <p:cNvCxnSpPr>
            <a:cxnSpLocks/>
          </p:cNvCxnSpPr>
          <p:nvPr/>
        </p:nvCxnSpPr>
        <p:spPr>
          <a:xfrm flipH="1">
            <a:off x="2707481" y="1542215"/>
            <a:ext cx="9477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FACDDA5-57C0-21B2-8B60-D71920B44FFC}"/>
              </a:ext>
            </a:extLst>
          </p:cNvPr>
          <p:cNvCxnSpPr>
            <a:cxnSpLocks/>
            <a:stCxn id="70" idx="0"/>
            <a:endCxn id="37" idx="0"/>
          </p:cNvCxnSpPr>
          <p:nvPr/>
        </p:nvCxnSpPr>
        <p:spPr>
          <a:xfrm flipV="1">
            <a:off x="470647" y="2469520"/>
            <a:ext cx="2273016" cy="131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DA037B1D-C18D-8F5C-1B2A-1CBC4C46A197}"/>
              </a:ext>
            </a:extLst>
          </p:cNvPr>
          <p:cNvGrpSpPr/>
          <p:nvPr/>
        </p:nvGrpSpPr>
        <p:grpSpPr>
          <a:xfrm>
            <a:off x="1679623" y="2469520"/>
            <a:ext cx="2128079" cy="2128079"/>
            <a:chOff x="371184" y="2600991"/>
            <a:chExt cx="2128079" cy="2128079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E5F48F8-37B6-4B69-B2FD-B378FD0D2741}"/>
                </a:ext>
              </a:extLst>
            </p:cNvPr>
            <p:cNvSpPr/>
            <p:nvPr/>
          </p:nvSpPr>
          <p:spPr>
            <a:xfrm>
              <a:off x="371184" y="2600991"/>
              <a:ext cx="2128079" cy="2128079"/>
            </a:xfrm>
            <a:prstGeom prst="rect">
              <a:avLst/>
            </a:prstGeom>
            <a:solidFill>
              <a:srgbClr val="4472C4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3B53357-B962-CB49-C6B5-504E3CE1108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42093" y="3293423"/>
              <a:ext cx="916960" cy="647110"/>
              <a:chOff x="3743777" y="4050669"/>
              <a:chExt cx="916958" cy="647110"/>
            </a:xfrm>
          </p:grpSpPr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2E4427FB-3874-12F6-0859-54A1B1D4F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56102"/>
              <a:stretch/>
            </p:blipFill>
            <p:spPr>
              <a:xfrm>
                <a:off x="3743777" y="4050669"/>
                <a:ext cx="648001" cy="284457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6605B017-C433-4BAA-D34A-F2CF89F232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3898"/>
              <a:stretch/>
            </p:blipFill>
            <p:spPr>
              <a:xfrm flipH="1">
                <a:off x="4012735" y="4334236"/>
                <a:ext cx="648000" cy="363543"/>
              </a:xfrm>
              <a:prstGeom prst="rect">
                <a:avLst/>
              </a:prstGeom>
              <a:ln>
                <a:noFill/>
              </a:ln>
            </p:spPr>
          </p:pic>
        </p:grp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0144725-1404-6352-CBEB-E96E4592EB91}"/>
              </a:ext>
            </a:extLst>
          </p:cNvPr>
          <p:cNvCxnSpPr>
            <a:stCxn id="54" idx="2"/>
            <a:endCxn id="51" idx="2"/>
          </p:cNvCxnSpPr>
          <p:nvPr/>
        </p:nvCxnSpPr>
        <p:spPr>
          <a:xfrm flipH="1">
            <a:off x="462443" y="3809062"/>
            <a:ext cx="2281048" cy="1316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1E5A0C3-7A55-A215-827E-4419B861301A}"/>
              </a:ext>
            </a:extLst>
          </p:cNvPr>
          <p:cNvCxnSpPr>
            <a:cxnSpLocks/>
            <a:stCxn id="51" idx="2"/>
            <a:endCxn id="42" idx="2"/>
          </p:cNvCxnSpPr>
          <p:nvPr/>
        </p:nvCxnSpPr>
        <p:spPr>
          <a:xfrm>
            <a:off x="462443" y="3940718"/>
            <a:ext cx="6649429" cy="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F67CB2-CB1E-49BA-D295-ECEC34B8D875}"/>
              </a:ext>
            </a:extLst>
          </p:cNvPr>
          <p:cNvGrpSpPr/>
          <p:nvPr/>
        </p:nvGrpSpPr>
        <p:grpSpPr>
          <a:xfrm>
            <a:off x="2475385" y="4701330"/>
            <a:ext cx="2128079" cy="2128079"/>
            <a:chOff x="2747599" y="4356756"/>
            <a:chExt cx="2128079" cy="2128079"/>
          </a:xfrm>
        </p:grpSpPr>
        <p:pic>
          <p:nvPicPr>
            <p:cNvPr id="5" name="Picture 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203D3CAC-BA62-A6B6-C8F0-743A531E0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747599" y="4356756"/>
              <a:ext cx="2128079" cy="2128079"/>
            </a:xfrm>
            <a:custGeom>
              <a:avLst/>
              <a:gdLst>
                <a:gd name="connsiteX0" fmla="*/ 768886 w 2128079"/>
                <a:gd name="connsiteY0" fmla="*/ 633983 h 2128079"/>
                <a:gd name="connsiteX1" fmla="*/ 768886 w 2128079"/>
                <a:gd name="connsiteY1" fmla="*/ 1398364 h 2128079"/>
                <a:gd name="connsiteX2" fmla="*/ 1373723 w 2128079"/>
                <a:gd name="connsiteY2" fmla="*/ 1398364 h 2128079"/>
                <a:gd name="connsiteX3" fmla="*/ 1373723 w 2128079"/>
                <a:gd name="connsiteY3" fmla="*/ 633983 h 2128079"/>
                <a:gd name="connsiteX4" fmla="*/ 0 w 2128079"/>
                <a:gd name="connsiteY4" fmla="*/ 0 h 2128079"/>
                <a:gd name="connsiteX5" fmla="*/ 2128079 w 2128079"/>
                <a:gd name="connsiteY5" fmla="*/ 0 h 2128079"/>
                <a:gd name="connsiteX6" fmla="*/ 2128079 w 2128079"/>
                <a:gd name="connsiteY6" fmla="*/ 2128079 h 2128079"/>
                <a:gd name="connsiteX7" fmla="*/ 0 w 2128079"/>
                <a:gd name="connsiteY7" fmla="*/ 2128079 h 2128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28079" h="2128079">
                  <a:moveTo>
                    <a:pt x="768886" y="633983"/>
                  </a:moveTo>
                  <a:lnTo>
                    <a:pt x="768886" y="1398364"/>
                  </a:lnTo>
                  <a:lnTo>
                    <a:pt x="1373723" y="1398364"/>
                  </a:lnTo>
                  <a:lnTo>
                    <a:pt x="1373723" y="633983"/>
                  </a:lnTo>
                  <a:close/>
                  <a:moveTo>
                    <a:pt x="0" y="0"/>
                  </a:moveTo>
                  <a:lnTo>
                    <a:pt x="2128079" y="0"/>
                  </a:lnTo>
                  <a:lnTo>
                    <a:pt x="2128079" y="2128079"/>
                  </a:lnTo>
                  <a:lnTo>
                    <a:pt x="0" y="2128079"/>
                  </a:lnTo>
                  <a:close/>
                </a:path>
              </a:pathLst>
            </a:custGeom>
            <a:ln>
              <a:noFill/>
            </a:ln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34FE7EF-B610-B812-C2E1-C84C8E4CA7C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15332" y="5032608"/>
              <a:ext cx="916960" cy="647110"/>
              <a:chOff x="3743777" y="4050669"/>
              <a:chExt cx="916958" cy="647110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864E415-A7A2-CB5C-CC4B-770C4C2CFF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56102"/>
              <a:stretch/>
            </p:blipFill>
            <p:spPr>
              <a:xfrm>
                <a:off x="3743777" y="4050669"/>
                <a:ext cx="648001" cy="284457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A7C6558-E288-BBD7-0162-61BA2F7C6E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3898"/>
              <a:stretch/>
            </p:blipFill>
            <p:spPr>
              <a:xfrm flipH="1">
                <a:off x="4012735" y="4334236"/>
                <a:ext cx="648000" cy="363543"/>
              </a:xfrm>
              <a:prstGeom prst="rect">
                <a:avLst/>
              </a:prstGeom>
              <a:ln>
                <a:noFill/>
              </a:ln>
            </p:spPr>
          </p:pic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414D6B7-42C1-106C-C9F4-2CD563A7058C}"/>
              </a:ext>
            </a:extLst>
          </p:cNvPr>
          <p:cNvGrpSpPr/>
          <p:nvPr/>
        </p:nvGrpSpPr>
        <p:grpSpPr>
          <a:xfrm>
            <a:off x="4487809" y="4264821"/>
            <a:ext cx="916960" cy="647110"/>
            <a:chOff x="4769622" y="4081960"/>
            <a:chExt cx="916960" cy="64711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F3474AA-5BCD-DE9E-6FA4-10813D28CA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6102"/>
            <a:stretch/>
          </p:blipFill>
          <p:spPr>
            <a:xfrm>
              <a:off x="4769622" y="4081960"/>
              <a:ext cx="648002" cy="28445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D1FFAD1-139C-0343-8D34-32B3C6888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898"/>
            <a:stretch/>
          </p:blipFill>
          <p:spPr>
            <a:xfrm flipH="1">
              <a:off x="5038581" y="4365527"/>
              <a:ext cx="648001" cy="363543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707225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9DE1CFE-6191-0AFC-7AD3-3FC398F59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06115" y="818644"/>
            <a:ext cx="1269841" cy="1269841"/>
          </a:xfrm>
          <a:custGeom>
            <a:avLst/>
            <a:gdLst>
              <a:gd name="connsiteX0" fmla="*/ 992939 w 1269841"/>
              <a:gd name="connsiteY0" fmla="*/ 527797 h 1269841"/>
              <a:gd name="connsiteX1" fmla="*/ 1002786 w 1269841"/>
              <a:gd name="connsiteY1" fmla="*/ 545939 h 1269841"/>
              <a:gd name="connsiteX2" fmla="*/ 1020750 w 1269841"/>
              <a:gd name="connsiteY2" fmla="*/ 634920 h 1269841"/>
              <a:gd name="connsiteX3" fmla="*/ 1002786 w 1269841"/>
              <a:gd name="connsiteY3" fmla="*/ 723901 h 1269841"/>
              <a:gd name="connsiteX4" fmla="*/ 992370 w 1269841"/>
              <a:gd name="connsiteY4" fmla="*/ 743091 h 1269841"/>
              <a:gd name="connsiteX5" fmla="*/ 1003602 w 1269841"/>
              <a:gd name="connsiteY5" fmla="*/ 703789 h 1269841"/>
              <a:gd name="connsiteX6" fmla="*/ 1005028 w 1269841"/>
              <a:gd name="connsiteY6" fmla="*/ 574071 h 1269841"/>
              <a:gd name="connsiteX7" fmla="*/ 792150 w 1269841"/>
              <a:gd name="connsiteY7" fmla="*/ 177720 h 1269841"/>
              <a:gd name="connsiteX8" fmla="*/ 792150 w 1269841"/>
              <a:gd name="connsiteY8" fmla="*/ 339168 h 1269841"/>
              <a:gd name="connsiteX9" fmla="*/ 769289 w 1269841"/>
              <a:gd name="connsiteY9" fmla="*/ 335024 h 1269841"/>
              <a:gd name="connsiteX10" fmla="*/ 769289 w 1269841"/>
              <a:gd name="connsiteY10" fmla="*/ 493588 h 1269841"/>
              <a:gd name="connsiteX11" fmla="*/ 847383 w 1269841"/>
              <a:gd name="connsiteY11" fmla="*/ 590903 h 1269841"/>
              <a:gd name="connsiteX12" fmla="*/ 846809 w 1269841"/>
              <a:gd name="connsiteY12" fmla="*/ 681840 h 1269841"/>
              <a:gd name="connsiteX13" fmla="*/ 764909 w 1269841"/>
              <a:gd name="connsiteY13" fmla="*/ 776051 h 1269841"/>
              <a:gd name="connsiteX14" fmla="*/ 759988 w 1269841"/>
              <a:gd name="connsiteY14" fmla="*/ 934595 h 1269841"/>
              <a:gd name="connsiteX15" fmla="*/ 792150 w 1269841"/>
              <a:gd name="connsiteY15" fmla="*/ 930279 h 1269841"/>
              <a:gd name="connsiteX16" fmla="*/ 792150 w 1269841"/>
              <a:gd name="connsiteY16" fmla="*/ 1092120 h 1269841"/>
              <a:gd name="connsiteX17" fmla="*/ 1249350 w 1269841"/>
              <a:gd name="connsiteY17" fmla="*/ 634920 h 1269841"/>
              <a:gd name="connsiteX18" fmla="*/ 792150 w 1269841"/>
              <a:gd name="connsiteY18" fmla="*/ 177720 h 1269841"/>
              <a:gd name="connsiteX19" fmla="*/ 0 w 1269841"/>
              <a:gd name="connsiteY19" fmla="*/ 0 h 1269841"/>
              <a:gd name="connsiteX20" fmla="*/ 1269841 w 1269841"/>
              <a:gd name="connsiteY20" fmla="*/ 0 h 1269841"/>
              <a:gd name="connsiteX21" fmla="*/ 1269841 w 1269841"/>
              <a:gd name="connsiteY21" fmla="*/ 1269841 h 1269841"/>
              <a:gd name="connsiteX22" fmla="*/ 0 w 1269841"/>
              <a:gd name="connsiteY22" fmla="*/ 1269841 h 126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69841" h="1269841">
                <a:moveTo>
                  <a:pt x="992939" y="527797"/>
                </a:moveTo>
                <a:lnTo>
                  <a:pt x="1002786" y="545939"/>
                </a:lnTo>
                <a:cubicBezTo>
                  <a:pt x="1014353" y="573288"/>
                  <a:pt x="1020750" y="603357"/>
                  <a:pt x="1020750" y="634920"/>
                </a:cubicBezTo>
                <a:cubicBezTo>
                  <a:pt x="1020750" y="666483"/>
                  <a:pt x="1014353" y="696552"/>
                  <a:pt x="1002786" y="723901"/>
                </a:cubicBezTo>
                <a:lnTo>
                  <a:pt x="992370" y="743091"/>
                </a:lnTo>
                <a:lnTo>
                  <a:pt x="1003602" y="703789"/>
                </a:lnTo>
                <a:cubicBezTo>
                  <a:pt x="1011667" y="661206"/>
                  <a:pt x="1012154" y="616913"/>
                  <a:pt x="1005028" y="574071"/>
                </a:cubicBezTo>
                <a:close/>
                <a:moveTo>
                  <a:pt x="792150" y="177720"/>
                </a:moveTo>
                <a:lnTo>
                  <a:pt x="792150" y="339168"/>
                </a:lnTo>
                <a:lnTo>
                  <a:pt x="769289" y="335024"/>
                </a:lnTo>
                <a:lnTo>
                  <a:pt x="769289" y="493588"/>
                </a:lnTo>
                <a:cubicBezTo>
                  <a:pt x="804815" y="493588"/>
                  <a:pt x="836319" y="532846"/>
                  <a:pt x="847383" y="590903"/>
                </a:cubicBezTo>
                <a:cubicBezTo>
                  <a:pt x="853022" y="620496"/>
                  <a:pt x="852821" y="652464"/>
                  <a:pt x="846809" y="681840"/>
                </a:cubicBezTo>
                <a:cubicBezTo>
                  <a:pt x="834696" y="741028"/>
                  <a:pt x="801343" y="779395"/>
                  <a:pt x="764909" y="776051"/>
                </a:cubicBezTo>
                <a:lnTo>
                  <a:pt x="759988" y="934595"/>
                </a:lnTo>
                <a:lnTo>
                  <a:pt x="792150" y="930279"/>
                </a:lnTo>
                <a:lnTo>
                  <a:pt x="792150" y="1092120"/>
                </a:lnTo>
                <a:cubicBezTo>
                  <a:pt x="1044655" y="1092120"/>
                  <a:pt x="1249350" y="887425"/>
                  <a:pt x="1249350" y="634920"/>
                </a:cubicBezTo>
                <a:cubicBezTo>
                  <a:pt x="1249350" y="382415"/>
                  <a:pt x="1044655" y="177720"/>
                  <a:pt x="792150" y="177720"/>
                </a:cubicBezTo>
                <a:close/>
                <a:moveTo>
                  <a:pt x="0" y="0"/>
                </a:moveTo>
                <a:lnTo>
                  <a:pt x="1269841" y="0"/>
                </a:lnTo>
                <a:lnTo>
                  <a:pt x="1269841" y="1269841"/>
                </a:lnTo>
                <a:lnTo>
                  <a:pt x="0" y="1269841"/>
                </a:lnTo>
                <a:close/>
              </a:path>
            </a:pathLst>
          </a:cu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72BC1DA-1580-ECE5-A446-580EEFCFDB8C}"/>
              </a:ext>
            </a:extLst>
          </p:cNvPr>
          <p:cNvGrpSpPr/>
          <p:nvPr/>
        </p:nvGrpSpPr>
        <p:grpSpPr>
          <a:xfrm>
            <a:off x="7603518" y="292217"/>
            <a:ext cx="4225051" cy="4229576"/>
            <a:chOff x="4875227" y="1314212"/>
            <a:chExt cx="4225051" cy="422957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1B009DE-7806-53DF-9A81-DEDAE71CDF2E}"/>
                </a:ext>
              </a:extLst>
            </p:cNvPr>
            <p:cNvSpPr/>
            <p:nvPr/>
          </p:nvSpPr>
          <p:spPr>
            <a:xfrm>
              <a:off x="4875227" y="1314212"/>
              <a:ext cx="4225051" cy="4229576"/>
            </a:xfrm>
            <a:prstGeom prst="rect">
              <a:avLst/>
            </a:prstGeom>
            <a:solidFill>
              <a:srgbClr val="4472C4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9AA29F6-68BB-6AFC-6D02-7FE610A5408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74411" y="1499649"/>
              <a:ext cx="3226680" cy="3858698"/>
              <a:chOff x="5721969" y="3055173"/>
              <a:chExt cx="1061853" cy="1269841"/>
            </a:xfrm>
          </p:grpSpPr>
          <p:pic>
            <p:nvPicPr>
              <p:cNvPr id="18" name="Picture 17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9FEC5E42-71F3-3807-929D-A30BEE3B4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379"/>
              <a:stretch/>
            </p:blipFill>
            <p:spPr>
              <a:xfrm>
                <a:off x="5721969" y="3055173"/>
                <a:ext cx="1061853" cy="1269841"/>
              </a:xfrm>
              <a:prstGeom prst="rect">
                <a:avLst/>
              </a:prstGeom>
            </p:spPr>
          </p:pic>
          <p:pic>
            <p:nvPicPr>
              <p:cNvPr id="19" name="Picture 18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953958FC-5069-F732-5F6A-22B560BEE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525" t="8436" r="12348" b="43745"/>
              <a:stretch/>
            </p:blipFill>
            <p:spPr>
              <a:xfrm>
                <a:off x="6617134" y="3386484"/>
                <a:ext cx="166688" cy="607219"/>
              </a:xfrm>
              <a:prstGeom prst="rect">
                <a:avLst/>
              </a:prstGeom>
            </p:spPr>
          </p:pic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B5F262F-6A1F-2E03-39CA-CD14CB7717B1}"/>
              </a:ext>
            </a:extLst>
          </p:cNvPr>
          <p:cNvGrpSpPr/>
          <p:nvPr/>
        </p:nvGrpSpPr>
        <p:grpSpPr>
          <a:xfrm>
            <a:off x="9016087" y="3803842"/>
            <a:ext cx="1806776" cy="1806776"/>
            <a:chOff x="2781707" y="4457595"/>
            <a:chExt cx="1806776" cy="18067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53A37F-6615-CDBB-300D-4880D066BFA7}"/>
                </a:ext>
              </a:extLst>
            </p:cNvPr>
            <p:cNvSpPr/>
            <p:nvPr/>
          </p:nvSpPr>
          <p:spPr>
            <a:xfrm rot="1821094">
              <a:off x="3449963" y="4908742"/>
              <a:ext cx="272267" cy="644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61ACAE-2387-9ACF-CA94-678A8A710450}"/>
                </a:ext>
              </a:extLst>
            </p:cNvPr>
            <p:cNvSpPr/>
            <p:nvPr/>
          </p:nvSpPr>
          <p:spPr>
            <a:xfrm rot="1821094">
              <a:off x="3866195" y="5055308"/>
              <a:ext cx="280396" cy="6509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F4D77D7-748C-B304-0FB5-BF02B4F67FE6}"/>
                </a:ext>
              </a:extLst>
            </p:cNvPr>
            <p:cNvSpPr/>
            <p:nvPr/>
          </p:nvSpPr>
          <p:spPr>
            <a:xfrm rot="1821094">
              <a:off x="3670922" y="5098711"/>
              <a:ext cx="280396" cy="3998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955EF06-534A-AB52-089F-54FFD5D3CEF1}"/>
                </a:ext>
              </a:extLst>
            </p:cNvPr>
            <p:cNvSpPr/>
            <p:nvPr/>
          </p:nvSpPr>
          <p:spPr>
            <a:xfrm rot="1821094">
              <a:off x="4058506" y="5280127"/>
              <a:ext cx="280396" cy="3998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Picture 9" descr="A black and white checkered flags&#10;&#10;Description automatically generated">
              <a:extLst>
                <a:ext uri="{FF2B5EF4-FFF2-40B4-BE49-F238E27FC236}">
                  <a16:creationId xmlns:a16="http://schemas.microsoft.com/office/drawing/2014/main" id="{BAA6CDB0-1A8B-3EE2-5156-ADB0DA7AAA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9336" b="65723" l="41895" r="93262">
                          <a14:foregroundMark x1="59082" y1="34570" x2="59082" y2="34570"/>
                          <a14:foregroundMark x1="41895" y1="64063" x2="41895" y2="64063"/>
                          <a14:foregroundMark x1="93262" y1="39941" x2="93262" y2="3994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946" t="13632" r="2166" b="28480"/>
            <a:stretch/>
          </p:blipFill>
          <p:spPr>
            <a:xfrm>
              <a:off x="2781707" y="4457595"/>
              <a:ext cx="1806776" cy="1806776"/>
            </a:xfrm>
            <a:custGeom>
              <a:avLst/>
              <a:gdLst>
                <a:gd name="connsiteX0" fmla="*/ 0 w 1806776"/>
                <a:gd name="connsiteY0" fmla="*/ 0 h 1806776"/>
                <a:gd name="connsiteX1" fmla="*/ 1806776 w 1806776"/>
                <a:gd name="connsiteY1" fmla="*/ 0 h 1806776"/>
                <a:gd name="connsiteX2" fmla="*/ 1806776 w 1806776"/>
                <a:gd name="connsiteY2" fmla="*/ 1806776 h 1806776"/>
                <a:gd name="connsiteX3" fmla="*/ 8551 w 1806776"/>
                <a:gd name="connsiteY3" fmla="*/ 1806776 h 1806776"/>
                <a:gd name="connsiteX4" fmla="*/ 249338 w 1806776"/>
                <a:gd name="connsiteY4" fmla="*/ 1391523 h 1806776"/>
                <a:gd name="connsiteX5" fmla="*/ 240142 w 1806776"/>
                <a:gd name="connsiteY5" fmla="*/ 1386190 h 1806776"/>
                <a:gd name="connsiteX6" fmla="*/ 234325 w 1806776"/>
                <a:gd name="connsiteY6" fmla="*/ 1394770 h 1806776"/>
                <a:gd name="connsiteX7" fmla="*/ 198079 w 1806776"/>
                <a:gd name="connsiteY7" fmla="*/ 1409701 h 1806776"/>
                <a:gd name="connsiteX8" fmla="*/ 146820 w 1806776"/>
                <a:gd name="connsiteY8" fmla="*/ 1358722 h 1806776"/>
                <a:gd name="connsiteX9" fmla="*/ 150848 w 1806776"/>
                <a:gd name="connsiteY9" fmla="*/ 1338879 h 1806776"/>
                <a:gd name="connsiteX10" fmla="*/ 153021 w 1806776"/>
                <a:gd name="connsiteY10" fmla="*/ 1335673 h 1806776"/>
                <a:gd name="connsiteX11" fmla="*/ 139473 w 1806776"/>
                <a:gd name="connsiteY11" fmla="*/ 1327816 h 1806776"/>
                <a:gd name="connsiteX12" fmla="*/ 0 w 1806776"/>
                <a:gd name="connsiteY12" fmla="*/ 1568346 h 180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6776" h="1806776">
                  <a:moveTo>
                    <a:pt x="0" y="0"/>
                  </a:moveTo>
                  <a:lnTo>
                    <a:pt x="1806776" y="0"/>
                  </a:lnTo>
                  <a:lnTo>
                    <a:pt x="1806776" y="1806776"/>
                  </a:lnTo>
                  <a:lnTo>
                    <a:pt x="8551" y="1806776"/>
                  </a:lnTo>
                  <a:lnTo>
                    <a:pt x="249338" y="1391523"/>
                  </a:lnTo>
                  <a:lnTo>
                    <a:pt x="240142" y="1386190"/>
                  </a:lnTo>
                  <a:lnTo>
                    <a:pt x="234325" y="1394770"/>
                  </a:lnTo>
                  <a:cubicBezTo>
                    <a:pt x="225049" y="1403995"/>
                    <a:pt x="212234" y="1409701"/>
                    <a:pt x="198079" y="1409701"/>
                  </a:cubicBezTo>
                  <a:cubicBezTo>
                    <a:pt x="169769" y="1409702"/>
                    <a:pt x="146820" y="1386877"/>
                    <a:pt x="146820" y="1358722"/>
                  </a:cubicBezTo>
                  <a:cubicBezTo>
                    <a:pt x="146820" y="1351684"/>
                    <a:pt x="148255" y="1344978"/>
                    <a:pt x="150848" y="1338879"/>
                  </a:cubicBezTo>
                  <a:lnTo>
                    <a:pt x="153021" y="1335673"/>
                  </a:lnTo>
                  <a:lnTo>
                    <a:pt x="139473" y="1327816"/>
                  </a:lnTo>
                  <a:lnTo>
                    <a:pt x="0" y="156834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567487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C87232B0-07F2-16EA-6073-B2B913F567BF}"/>
              </a:ext>
            </a:extLst>
          </p:cNvPr>
          <p:cNvGrpSpPr/>
          <p:nvPr/>
        </p:nvGrpSpPr>
        <p:grpSpPr>
          <a:xfrm>
            <a:off x="6749098" y="-332221"/>
            <a:ext cx="4225051" cy="4229576"/>
            <a:chOff x="4748848" y="-11189"/>
            <a:chExt cx="4225051" cy="4229576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7D67998-A82B-36C8-C8AA-78A502F8A01E}"/>
                </a:ext>
              </a:extLst>
            </p:cNvPr>
            <p:cNvSpPr/>
            <p:nvPr/>
          </p:nvSpPr>
          <p:spPr>
            <a:xfrm>
              <a:off x="4748848" y="-11189"/>
              <a:ext cx="4225051" cy="4229576"/>
            </a:xfrm>
            <a:prstGeom prst="rect">
              <a:avLst/>
            </a:prstGeom>
            <a:solidFill>
              <a:srgbClr val="4472C4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3" name="Picture 5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F0D8DD55-4FDC-7750-82FD-745E41F25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79" t="15279" r="24167" b="29443"/>
            <a:stretch/>
          </p:blipFill>
          <p:spPr>
            <a:xfrm rot="17244073" flipH="1">
              <a:off x="5414558" y="721843"/>
              <a:ext cx="2330998" cy="2441998"/>
            </a:xfrm>
            <a:custGeom>
              <a:avLst/>
              <a:gdLst>
                <a:gd name="connsiteX0" fmla="*/ 1512000 w 1512000"/>
                <a:gd name="connsiteY0" fmla="*/ 0 h 1584000"/>
                <a:gd name="connsiteX1" fmla="*/ 911848 w 1512000"/>
                <a:gd name="connsiteY1" fmla="*/ 0 h 1584000"/>
                <a:gd name="connsiteX2" fmla="*/ 1040561 w 1512000"/>
                <a:gd name="connsiteY2" fmla="*/ 251335 h 1584000"/>
                <a:gd name="connsiteX3" fmla="*/ 0 w 1512000"/>
                <a:gd name="connsiteY3" fmla="*/ 784228 h 1584000"/>
                <a:gd name="connsiteX4" fmla="*/ 0 w 1512000"/>
                <a:gd name="connsiteY4" fmla="*/ 1584000 h 1584000"/>
                <a:gd name="connsiteX5" fmla="*/ 1512000 w 1512000"/>
                <a:gd name="connsiteY5" fmla="*/ 1584000 h 158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2000" h="1584000">
                  <a:moveTo>
                    <a:pt x="1512000" y="0"/>
                  </a:moveTo>
                  <a:lnTo>
                    <a:pt x="911848" y="0"/>
                  </a:lnTo>
                  <a:lnTo>
                    <a:pt x="1040561" y="251335"/>
                  </a:lnTo>
                  <a:lnTo>
                    <a:pt x="0" y="784228"/>
                  </a:lnTo>
                  <a:lnTo>
                    <a:pt x="0" y="1584000"/>
                  </a:lnTo>
                  <a:lnTo>
                    <a:pt x="1512000" y="1584000"/>
                  </a:lnTo>
                  <a:close/>
                </a:path>
              </a:pathLst>
            </a:cu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CB52FDB-F5B3-51B4-7C65-27E26C549270}"/>
              </a:ext>
            </a:extLst>
          </p:cNvPr>
          <p:cNvGrpSpPr/>
          <p:nvPr/>
        </p:nvGrpSpPr>
        <p:grpSpPr>
          <a:xfrm>
            <a:off x="714384" y="1636930"/>
            <a:ext cx="4516013" cy="4520850"/>
            <a:chOff x="714384" y="1636930"/>
            <a:chExt cx="4516013" cy="4520850"/>
          </a:xfrm>
        </p:grpSpPr>
        <p:pic>
          <p:nvPicPr>
            <p:cNvPr id="45" name="Picture 4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86FFA6F1-C6F7-03E5-D9C9-27F5F22AE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434035" y="2513720"/>
              <a:ext cx="2294347" cy="2990384"/>
            </a:xfrm>
            <a:custGeom>
              <a:avLst/>
              <a:gdLst>
                <a:gd name="connsiteX0" fmla="*/ 282947 w 1233067"/>
                <a:gd name="connsiteY0" fmla="*/ 745628 h 1607143"/>
                <a:gd name="connsiteX1" fmla="*/ 282947 w 1233067"/>
                <a:gd name="connsiteY1" fmla="*/ 871628 h 1607143"/>
                <a:gd name="connsiteX2" fmla="*/ 736248 w 1233067"/>
                <a:gd name="connsiteY2" fmla="*/ 871628 h 1607143"/>
                <a:gd name="connsiteX3" fmla="*/ 736248 w 1233067"/>
                <a:gd name="connsiteY3" fmla="*/ 745628 h 1607143"/>
                <a:gd name="connsiteX4" fmla="*/ 282947 w 1233067"/>
                <a:gd name="connsiteY4" fmla="*/ 547146 h 1607143"/>
                <a:gd name="connsiteX5" fmla="*/ 282947 w 1233067"/>
                <a:gd name="connsiteY5" fmla="*/ 673146 h 1607143"/>
                <a:gd name="connsiteX6" fmla="*/ 950118 w 1233067"/>
                <a:gd name="connsiteY6" fmla="*/ 673146 h 1607143"/>
                <a:gd name="connsiteX7" fmla="*/ 950118 w 1233067"/>
                <a:gd name="connsiteY7" fmla="*/ 547146 h 1607143"/>
                <a:gd name="connsiteX8" fmla="*/ 432571 w 1233067"/>
                <a:gd name="connsiteY8" fmla="*/ 210573 h 1607143"/>
                <a:gd name="connsiteX9" fmla="*/ 432571 w 1233067"/>
                <a:gd name="connsiteY9" fmla="*/ 336573 h 1607143"/>
                <a:gd name="connsiteX10" fmla="*/ 800493 w 1233067"/>
                <a:gd name="connsiteY10" fmla="*/ 336573 h 1607143"/>
                <a:gd name="connsiteX11" fmla="*/ 800493 w 1233067"/>
                <a:gd name="connsiteY11" fmla="*/ 210573 h 1607143"/>
                <a:gd name="connsiteX12" fmla="*/ 0 w 1233067"/>
                <a:gd name="connsiteY12" fmla="*/ 0 h 1607143"/>
                <a:gd name="connsiteX13" fmla="*/ 1233067 w 1233067"/>
                <a:gd name="connsiteY13" fmla="*/ 0 h 1607143"/>
                <a:gd name="connsiteX14" fmla="*/ 1233067 w 1233067"/>
                <a:gd name="connsiteY14" fmla="*/ 1607143 h 1607143"/>
                <a:gd name="connsiteX15" fmla="*/ 0 w 1233067"/>
                <a:gd name="connsiteY15" fmla="*/ 1607143 h 160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33067" h="1607143">
                  <a:moveTo>
                    <a:pt x="282947" y="745628"/>
                  </a:moveTo>
                  <a:lnTo>
                    <a:pt x="282947" y="871628"/>
                  </a:lnTo>
                  <a:lnTo>
                    <a:pt x="736248" y="871628"/>
                  </a:lnTo>
                  <a:lnTo>
                    <a:pt x="736248" y="745628"/>
                  </a:lnTo>
                  <a:close/>
                  <a:moveTo>
                    <a:pt x="282947" y="547146"/>
                  </a:moveTo>
                  <a:lnTo>
                    <a:pt x="282947" y="673146"/>
                  </a:lnTo>
                  <a:lnTo>
                    <a:pt x="950118" y="673146"/>
                  </a:lnTo>
                  <a:lnTo>
                    <a:pt x="950118" y="547146"/>
                  </a:lnTo>
                  <a:close/>
                  <a:moveTo>
                    <a:pt x="432571" y="210573"/>
                  </a:moveTo>
                  <a:lnTo>
                    <a:pt x="432571" y="336573"/>
                  </a:lnTo>
                  <a:lnTo>
                    <a:pt x="800493" y="336573"/>
                  </a:lnTo>
                  <a:lnTo>
                    <a:pt x="800493" y="210573"/>
                  </a:lnTo>
                  <a:close/>
                  <a:moveTo>
                    <a:pt x="0" y="0"/>
                  </a:moveTo>
                  <a:lnTo>
                    <a:pt x="1233067" y="0"/>
                  </a:lnTo>
                  <a:lnTo>
                    <a:pt x="1233067" y="1607143"/>
                  </a:lnTo>
                  <a:lnTo>
                    <a:pt x="0" y="1607143"/>
                  </a:lnTo>
                  <a:close/>
                </a:path>
              </a:pathLst>
            </a:cu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07C503F-34BB-D79A-0510-3F6052B755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4384" y="1636930"/>
              <a:ext cx="4516013" cy="4520850"/>
            </a:xfrm>
            <a:prstGeom prst="rect">
              <a:avLst/>
            </a:prstGeom>
            <a:solidFill>
              <a:srgbClr val="4472C4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Picture 6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7D869B18-4EBC-22E0-9834-E06313E3A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79" t="15279" r="24167" b="29443"/>
            <a:stretch/>
          </p:blipFill>
          <p:spPr>
            <a:xfrm flipH="1">
              <a:off x="1008784" y="3242470"/>
              <a:ext cx="1250235" cy="130977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732FAEF-2A35-6C2B-96B4-C7D5BB913C08}"/>
              </a:ext>
            </a:extLst>
          </p:cNvPr>
          <p:cNvGrpSpPr>
            <a:grpSpLocks noChangeAspect="1"/>
          </p:cNvGrpSpPr>
          <p:nvPr/>
        </p:nvGrpSpPr>
        <p:grpSpPr>
          <a:xfrm>
            <a:off x="6567276" y="2610645"/>
            <a:ext cx="2294347" cy="3213499"/>
            <a:chOff x="3080590" y="2725617"/>
            <a:chExt cx="1726501" cy="2418165"/>
          </a:xfrm>
        </p:grpSpPr>
        <p:pic>
          <p:nvPicPr>
            <p:cNvPr id="62" name="Picture 61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EAB49C52-45CF-D4A6-33DF-15CE931E0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74" r="11453"/>
            <a:stretch/>
          </p:blipFill>
          <p:spPr>
            <a:xfrm>
              <a:off x="3080590" y="2894946"/>
              <a:ext cx="1726501" cy="2248836"/>
            </a:xfrm>
            <a:custGeom>
              <a:avLst/>
              <a:gdLst>
                <a:gd name="connsiteX0" fmla="*/ 460602 w 1726501"/>
                <a:gd name="connsiteY0" fmla="*/ 176020 h 2248836"/>
                <a:gd name="connsiteX1" fmla="*/ 460602 w 1726501"/>
                <a:gd name="connsiteY1" fmla="*/ 1791353 h 2248836"/>
                <a:gd name="connsiteX2" fmla="*/ 1539035 w 1726501"/>
                <a:gd name="connsiteY2" fmla="*/ 1791353 h 2248836"/>
                <a:gd name="connsiteX3" fmla="*/ 1539035 w 1726501"/>
                <a:gd name="connsiteY3" fmla="*/ 176020 h 2248836"/>
                <a:gd name="connsiteX4" fmla="*/ 0 w 1726501"/>
                <a:gd name="connsiteY4" fmla="*/ 0 h 2248836"/>
                <a:gd name="connsiteX5" fmla="*/ 1726501 w 1726501"/>
                <a:gd name="connsiteY5" fmla="*/ 0 h 2248836"/>
                <a:gd name="connsiteX6" fmla="*/ 1726501 w 1726501"/>
                <a:gd name="connsiteY6" fmla="*/ 2248836 h 2248836"/>
                <a:gd name="connsiteX7" fmla="*/ 0 w 1726501"/>
                <a:gd name="connsiteY7" fmla="*/ 2248836 h 2248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6501" h="2248836">
                  <a:moveTo>
                    <a:pt x="460602" y="176020"/>
                  </a:moveTo>
                  <a:lnTo>
                    <a:pt x="460602" y="1791353"/>
                  </a:lnTo>
                  <a:lnTo>
                    <a:pt x="1539035" y="1791353"/>
                  </a:lnTo>
                  <a:lnTo>
                    <a:pt x="1539035" y="176020"/>
                  </a:lnTo>
                  <a:close/>
                  <a:moveTo>
                    <a:pt x="0" y="0"/>
                  </a:moveTo>
                  <a:lnTo>
                    <a:pt x="1726501" y="0"/>
                  </a:lnTo>
                  <a:lnTo>
                    <a:pt x="1726501" y="2248836"/>
                  </a:lnTo>
                  <a:lnTo>
                    <a:pt x="0" y="2248836"/>
                  </a:lnTo>
                  <a:close/>
                </a:path>
              </a:pathLst>
            </a:custGeom>
          </p:spPr>
        </p:pic>
        <p:pic>
          <p:nvPicPr>
            <p:cNvPr id="60" name="Picture 59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7D8374A4-8067-F670-A4B3-20F2A8818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1" r="13280"/>
            <a:stretch/>
          </p:blipFill>
          <p:spPr>
            <a:xfrm>
              <a:off x="3674864" y="2725617"/>
              <a:ext cx="716732" cy="19519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1140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4" descr="Windows Mouse Cursor: Over 3,504 Royalty-Free Licensable Stock  Illustrations &amp; Drawings | Shutterstock">
            <a:extLst>
              <a:ext uri="{FF2B5EF4-FFF2-40B4-BE49-F238E27FC236}">
                <a16:creationId xmlns:a16="http://schemas.microsoft.com/office/drawing/2014/main" id="{5F9BE82A-D869-E0B3-2E96-CE28CE9831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929" b="69643" l="76788" r="88999">
                        <a14:foregroundMark x1="79428" y1="26429" x2="79428" y2="26429"/>
                        <a14:foregroundMark x1="79428" y1="23929" x2="79428" y2="23929"/>
                        <a14:foregroundMark x1="79648" y1="67857" x2="79648" y2="67857"/>
                        <a14:foregroundMark x1="79318" y1="69643" x2="79318" y2="69643"/>
                        <a14:foregroundMark x1="81738" y1="43214" x2="81738" y2="43214"/>
                        <a14:foregroundMark x1="81408" y1="45714" x2="84598" y2="50714"/>
                        <a14:foregroundMark x1="88229" y1="56071" x2="88229" y2="56071"/>
                        <a14:foregroundMark x1="88999" y1="54286" x2="88999" y2="54286"/>
                        <a14:foregroundMark x1="82838" y1="55714" x2="82618" y2="58571"/>
                        <a14:foregroundMark x1="82508" y1="57857" x2="83168" y2="57857"/>
                        <a14:foregroundMark x1="82948" y1="57143" x2="82398" y2="57857"/>
                        <a14:foregroundMark x1="82508" y1="58214" x2="82838" y2="58214"/>
                        <a14:foregroundMark x1="86579" y1="52143" x2="86799" y2="48571"/>
                        <a14:foregroundMark x1="87239" y1="51071" x2="86359" y2="46786"/>
                        <a14:foregroundMark x1="86799" y1="47857" x2="86799" y2="47857"/>
                        <a14:foregroundMark x1="86799" y1="47857" x2="86799" y2="47857"/>
                        <a14:foregroundMark x1="86579" y1="47857" x2="86579" y2="47857"/>
                        <a14:foregroundMark x1="86689" y1="47857" x2="86689" y2="47857"/>
                        <a14:foregroundMark x1="86689" y1="47857" x2="86689" y2="47857"/>
                        <a14:foregroundMark x1="86799" y1="47857" x2="86469" y2="47857"/>
                        <a14:foregroundMark x1="86359" y1="47143" x2="86359" y2="47143"/>
                        <a14:foregroundMark x1="86579" y1="48571" x2="86799" y2="48571"/>
                        <a14:foregroundMark x1="86799" y1="48571" x2="86689" y2="47857"/>
                        <a14:foregroundMark x1="86579" y1="47500" x2="86579" y2="47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460" t="21315" r="10245" b="27265"/>
          <a:stretch>
            <a:fillRect/>
          </a:stretch>
        </p:blipFill>
        <p:spPr bwMode="auto">
          <a:xfrm>
            <a:off x="4630326" y="4892629"/>
            <a:ext cx="171937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AA4186F8-F973-D6FC-13A6-052EB3150E64}"/>
              </a:ext>
            </a:extLst>
          </p:cNvPr>
          <p:cNvGrpSpPr/>
          <p:nvPr/>
        </p:nvGrpSpPr>
        <p:grpSpPr>
          <a:xfrm>
            <a:off x="2089692" y="1685505"/>
            <a:ext cx="1269841" cy="1269841"/>
            <a:chOff x="2089692" y="1685505"/>
            <a:chExt cx="1269841" cy="126984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F6D0802-1886-ECAF-1988-7CA6691DAD14}"/>
                </a:ext>
              </a:extLst>
            </p:cNvPr>
            <p:cNvSpPr/>
            <p:nvPr/>
          </p:nvSpPr>
          <p:spPr>
            <a:xfrm rot="10800000">
              <a:off x="2233855" y="1838903"/>
              <a:ext cx="938114" cy="950620"/>
            </a:xfrm>
            <a:custGeom>
              <a:avLst/>
              <a:gdLst>
                <a:gd name="connsiteX0" fmla="*/ 472281 w 938114"/>
                <a:gd name="connsiteY0" fmla="*/ 950620 h 950620"/>
                <a:gd name="connsiteX1" fmla="*/ 318955 w 938114"/>
                <a:gd name="connsiteY1" fmla="*/ 950620 h 950620"/>
                <a:gd name="connsiteX2" fmla="*/ 318955 w 938114"/>
                <a:gd name="connsiteY2" fmla="*/ 914394 h 950620"/>
                <a:gd name="connsiteX3" fmla="*/ 167481 w 938114"/>
                <a:gd name="connsiteY3" fmla="*/ 914394 h 950620"/>
                <a:gd name="connsiteX4" fmla="*/ 167481 w 938114"/>
                <a:gd name="connsiteY4" fmla="*/ 800791 h 950620"/>
                <a:gd name="connsiteX5" fmla="*/ 0 w 938114"/>
                <a:gd name="connsiteY5" fmla="*/ 800791 h 950620"/>
                <a:gd name="connsiteX6" fmla="*/ 0 w 938114"/>
                <a:gd name="connsiteY6" fmla="*/ 179544 h 950620"/>
                <a:gd name="connsiteX7" fmla="*/ 21430 w 938114"/>
                <a:gd name="connsiteY7" fmla="*/ 179544 h 950620"/>
                <a:gd name="connsiteX8" fmla="*/ 21430 w 938114"/>
                <a:gd name="connsiteY8" fmla="*/ 104957 h 950620"/>
                <a:gd name="connsiteX9" fmla="*/ 126387 w 938114"/>
                <a:gd name="connsiteY9" fmla="*/ 0 h 950620"/>
                <a:gd name="connsiteX10" fmla="*/ 657836 w 938114"/>
                <a:gd name="connsiteY10" fmla="*/ 0 h 950620"/>
                <a:gd name="connsiteX11" fmla="*/ 762792 w 938114"/>
                <a:gd name="connsiteY11" fmla="*/ 104957 h 950620"/>
                <a:gd name="connsiteX12" fmla="*/ 762792 w 938114"/>
                <a:gd name="connsiteY12" fmla="*/ 179546 h 950620"/>
                <a:gd name="connsiteX13" fmla="*/ 828913 w 938114"/>
                <a:gd name="connsiteY13" fmla="*/ 179546 h 950620"/>
                <a:gd name="connsiteX14" fmla="*/ 828913 w 938114"/>
                <a:gd name="connsiteY14" fmla="*/ 209907 h 950620"/>
                <a:gd name="connsiteX15" fmla="*/ 865469 w 938114"/>
                <a:gd name="connsiteY15" fmla="*/ 209907 h 950620"/>
                <a:gd name="connsiteX16" fmla="*/ 865469 w 938114"/>
                <a:gd name="connsiteY16" fmla="*/ 242648 h 950620"/>
                <a:gd name="connsiteX17" fmla="*/ 902026 w 938114"/>
                <a:gd name="connsiteY17" fmla="*/ 242648 h 950620"/>
                <a:gd name="connsiteX18" fmla="*/ 902026 w 938114"/>
                <a:gd name="connsiteY18" fmla="*/ 279557 h 950620"/>
                <a:gd name="connsiteX19" fmla="*/ 938114 w 938114"/>
                <a:gd name="connsiteY19" fmla="*/ 279557 h 950620"/>
                <a:gd name="connsiteX20" fmla="*/ 938114 w 938114"/>
                <a:gd name="connsiteY20" fmla="*/ 379569 h 950620"/>
                <a:gd name="connsiteX21" fmla="*/ 741363 w 938114"/>
                <a:gd name="connsiteY21" fmla="*/ 379569 h 950620"/>
                <a:gd name="connsiteX22" fmla="*/ 741363 w 938114"/>
                <a:gd name="connsiteY22" fmla="*/ 316467 h 950620"/>
                <a:gd name="connsiteX23" fmla="*/ 641349 w 938114"/>
                <a:gd name="connsiteY23" fmla="*/ 316467 h 950620"/>
                <a:gd name="connsiteX24" fmla="*/ 641349 w 938114"/>
                <a:gd name="connsiteY24" fmla="*/ 800791 h 950620"/>
                <a:gd name="connsiteX25" fmla="*/ 636571 w 938114"/>
                <a:gd name="connsiteY25" fmla="*/ 800791 h 950620"/>
                <a:gd name="connsiteX26" fmla="*/ 636571 w 938114"/>
                <a:gd name="connsiteY26" fmla="*/ 914394 h 950620"/>
                <a:gd name="connsiteX27" fmla="*/ 472281 w 938114"/>
                <a:gd name="connsiteY27" fmla="*/ 914394 h 950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38114" h="950620">
                  <a:moveTo>
                    <a:pt x="472281" y="950620"/>
                  </a:moveTo>
                  <a:lnTo>
                    <a:pt x="318955" y="950620"/>
                  </a:lnTo>
                  <a:lnTo>
                    <a:pt x="318955" y="914394"/>
                  </a:lnTo>
                  <a:lnTo>
                    <a:pt x="167481" y="914394"/>
                  </a:lnTo>
                  <a:lnTo>
                    <a:pt x="167481" y="800791"/>
                  </a:lnTo>
                  <a:lnTo>
                    <a:pt x="0" y="800791"/>
                  </a:lnTo>
                  <a:lnTo>
                    <a:pt x="0" y="179544"/>
                  </a:lnTo>
                  <a:lnTo>
                    <a:pt x="21430" y="179544"/>
                  </a:lnTo>
                  <a:lnTo>
                    <a:pt x="21430" y="104957"/>
                  </a:lnTo>
                  <a:lnTo>
                    <a:pt x="126387" y="0"/>
                  </a:lnTo>
                  <a:lnTo>
                    <a:pt x="657836" y="0"/>
                  </a:lnTo>
                  <a:lnTo>
                    <a:pt x="762792" y="104957"/>
                  </a:lnTo>
                  <a:lnTo>
                    <a:pt x="762792" y="179546"/>
                  </a:lnTo>
                  <a:lnTo>
                    <a:pt x="828913" y="179546"/>
                  </a:lnTo>
                  <a:lnTo>
                    <a:pt x="828913" y="209907"/>
                  </a:lnTo>
                  <a:lnTo>
                    <a:pt x="865469" y="209907"/>
                  </a:lnTo>
                  <a:lnTo>
                    <a:pt x="865469" y="242648"/>
                  </a:lnTo>
                  <a:lnTo>
                    <a:pt x="902026" y="242648"/>
                  </a:lnTo>
                  <a:lnTo>
                    <a:pt x="902026" y="279557"/>
                  </a:lnTo>
                  <a:lnTo>
                    <a:pt x="938114" y="279557"/>
                  </a:lnTo>
                  <a:lnTo>
                    <a:pt x="938114" y="379569"/>
                  </a:lnTo>
                  <a:lnTo>
                    <a:pt x="741363" y="379569"/>
                  </a:lnTo>
                  <a:lnTo>
                    <a:pt x="741363" y="316467"/>
                  </a:lnTo>
                  <a:lnTo>
                    <a:pt x="641349" y="316467"/>
                  </a:lnTo>
                  <a:lnTo>
                    <a:pt x="641349" y="800791"/>
                  </a:lnTo>
                  <a:lnTo>
                    <a:pt x="636571" y="800791"/>
                  </a:lnTo>
                  <a:lnTo>
                    <a:pt x="636571" y="914394"/>
                  </a:lnTo>
                  <a:lnTo>
                    <a:pt x="472281" y="914394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pic>
          <p:nvPicPr>
            <p:cNvPr id="9" name="Picture 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65970544-AB0D-C61C-81DE-48B04584B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9692" y="1685505"/>
              <a:ext cx="1269841" cy="1269841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D99A20-C40D-E6CF-B150-8077BE45F228}"/>
              </a:ext>
            </a:extLst>
          </p:cNvPr>
          <p:cNvGrpSpPr/>
          <p:nvPr/>
        </p:nvGrpSpPr>
        <p:grpSpPr>
          <a:xfrm>
            <a:off x="2089693" y="-57991"/>
            <a:ext cx="1269840" cy="1269840"/>
            <a:chOff x="6258250" y="808049"/>
            <a:chExt cx="1269840" cy="126984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96486B7-92D7-9F25-AEA0-01F9B30A134B}"/>
                </a:ext>
              </a:extLst>
            </p:cNvPr>
            <p:cNvSpPr/>
            <p:nvPr/>
          </p:nvSpPr>
          <p:spPr>
            <a:xfrm rot="10800000">
              <a:off x="6536621" y="1301154"/>
              <a:ext cx="712816" cy="610912"/>
            </a:xfrm>
            <a:custGeom>
              <a:avLst/>
              <a:gdLst>
                <a:gd name="connsiteX0" fmla="*/ 599034 w 712816"/>
                <a:gd name="connsiteY0" fmla="*/ 610912 h 610912"/>
                <a:gd name="connsiteX1" fmla="*/ 153225 w 712816"/>
                <a:gd name="connsiteY1" fmla="*/ 610912 h 610912"/>
                <a:gd name="connsiteX2" fmla="*/ 153225 w 712816"/>
                <a:gd name="connsiteY2" fmla="*/ 572450 h 610912"/>
                <a:gd name="connsiteX3" fmla="*/ 0 w 712816"/>
                <a:gd name="connsiteY3" fmla="*/ 572450 h 610912"/>
                <a:gd name="connsiteX4" fmla="*/ 0 w 712816"/>
                <a:gd name="connsiteY4" fmla="*/ 81912 h 610912"/>
                <a:gd name="connsiteX5" fmla="*/ 56894 w 712816"/>
                <a:gd name="connsiteY5" fmla="*/ 81912 h 610912"/>
                <a:gd name="connsiteX6" fmla="*/ 138806 w 712816"/>
                <a:gd name="connsiteY6" fmla="*/ 0 h 610912"/>
                <a:gd name="connsiteX7" fmla="*/ 543684 w 712816"/>
                <a:gd name="connsiteY7" fmla="*/ 0 h 610912"/>
                <a:gd name="connsiteX8" fmla="*/ 625596 w 712816"/>
                <a:gd name="connsiteY8" fmla="*/ 81913 h 610912"/>
                <a:gd name="connsiteX9" fmla="*/ 639226 w 712816"/>
                <a:gd name="connsiteY9" fmla="*/ 81913 h 610912"/>
                <a:gd name="connsiteX10" fmla="*/ 712816 w 712816"/>
                <a:gd name="connsiteY10" fmla="*/ 155503 h 610912"/>
                <a:gd name="connsiteX11" fmla="*/ 712816 w 712816"/>
                <a:gd name="connsiteY11" fmla="*/ 303598 h 610912"/>
                <a:gd name="connsiteX12" fmla="*/ 639226 w 712816"/>
                <a:gd name="connsiteY12" fmla="*/ 377188 h 610912"/>
                <a:gd name="connsiteX13" fmla="*/ 599034 w 712816"/>
                <a:gd name="connsiteY13" fmla="*/ 377188 h 610912"/>
                <a:gd name="connsiteX14" fmla="*/ 599034 w 712816"/>
                <a:gd name="connsiteY14" fmla="*/ 543875 h 610912"/>
                <a:gd name="connsiteX15" fmla="*/ 599034 w 712816"/>
                <a:gd name="connsiteY15" fmla="*/ 572450 h 610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2816" h="610912">
                  <a:moveTo>
                    <a:pt x="599034" y="610912"/>
                  </a:moveTo>
                  <a:lnTo>
                    <a:pt x="153225" y="610912"/>
                  </a:lnTo>
                  <a:lnTo>
                    <a:pt x="153225" y="572450"/>
                  </a:lnTo>
                  <a:lnTo>
                    <a:pt x="0" y="572450"/>
                  </a:lnTo>
                  <a:lnTo>
                    <a:pt x="0" y="81912"/>
                  </a:lnTo>
                  <a:lnTo>
                    <a:pt x="56894" y="81912"/>
                  </a:lnTo>
                  <a:lnTo>
                    <a:pt x="138806" y="0"/>
                  </a:lnTo>
                  <a:lnTo>
                    <a:pt x="543684" y="0"/>
                  </a:lnTo>
                  <a:lnTo>
                    <a:pt x="625596" y="81913"/>
                  </a:lnTo>
                  <a:lnTo>
                    <a:pt x="639226" y="81913"/>
                  </a:lnTo>
                  <a:lnTo>
                    <a:pt x="712816" y="155503"/>
                  </a:lnTo>
                  <a:lnTo>
                    <a:pt x="712816" y="303598"/>
                  </a:lnTo>
                  <a:lnTo>
                    <a:pt x="639226" y="377188"/>
                  </a:lnTo>
                  <a:lnTo>
                    <a:pt x="599034" y="377188"/>
                  </a:lnTo>
                  <a:lnTo>
                    <a:pt x="599034" y="543875"/>
                  </a:lnTo>
                  <a:lnTo>
                    <a:pt x="599034" y="57245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7520284-AC60-C384-E2FE-EAE7FE4E4858}"/>
                </a:ext>
              </a:extLst>
            </p:cNvPr>
            <p:cNvGrpSpPr/>
            <p:nvPr/>
          </p:nvGrpSpPr>
          <p:grpSpPr>
            <a:xfrm>
              <a:off x="6258250" y="808049"/>
              <a:ext cx="1269840" cy="1269840"/>
              <a:chOff x="1841035" y="4423814"/>
              <a:chExt cx="1269840" cy="126984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49FE62A-B275-A60C-4FEA-A7F5F39FE8B5}"/>
                  </a:ext>
                </a:extLst>
              </p:cNvPr>
              <p:cNvSpPr/>
              <p:nvPr/>
            </p:nvSpPr>
            <p:spPr>
              <a:xfrm>
                <a:off x="1841035" y="4423814"/>
                <a:ext cx="1269840" cy="1269840"/>
              </a:xfrm>
              <a:prstGeom prst="rect">
                <a:avLst/>
              </a:prstGeom>
              <a:solidFill>
                <a:srgbClr val="4472C4">
                  <a:alpha val="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19" name="Picture 18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9DA13E59-F500-B8E7-9BBC-9424416F2F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" b="1605"/>
              <a:stretch/>
            </p:blipFill>
            <p:spPr>
              <a:xfrm>
                <a:off x="1882763" y="4672011"/>
                <a:ext cx="1186384" cy="1021643"/>
              </a:xfrm>
              <a:prstGeom prst="rect">
                <a:avLst/>
              </a:prstGeom>
            </p:spPr>
          </p:pic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C330340-48E3-F8D7-244F-78F8FFB0F59F}"/>
              </a:ext>
            </a:extLst>
          </p:cNvPr>
          <p:cNvGrpSpPr/>
          <p:nvPr/>
        </p:nvGrpSpPr>
        <p:grpSpPr>
          <a:xfrm>
            <a:off x="776861" y="1685504"/>
            <a:ext cx="1269841" cy="1269841"/>
            <a:chOff x="527479" y="4423813"/>
            <a:chExt cx="1269841" cy="1269841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9C608FE-2CE8-0A33-92A5-DC2172EEBE8D}"/>
                </a:ext>
              </a:extLst>
            </p:cNvPr>
            <p:cNvSpPr/>
            <p:nvPr/>
          </p:nvSpPr>
          <p:spPr>
            <a:xfrm rot="10800000">
              <a:off x="671642" y="4577211"/>
              <a:ext cx="938114" cy="950620"/>
            </a:xfrm>
            <a:custGeom>
              <a:avLst/>
              <a:gdLst>
                <a:gd name="connsiteX0" fmla="*/ 472281 w 938114"/>
                <a:gd name="connsiteY0" fmla="*/ 950620 h 950620"/>
                <a:gd name="connsiteX1" fmla="*/ 318955 w 938114"/>
                <a:gd name="connsiteY1" fmla="*/ 950620 h 950620"/>
                <a:gd name="connsiteX2" fmla="*/ 318955 w 938114"/>
                <a:gd name="connsiteY2" fmla="*/ 914394 h 950620"/>
                <a:gd name="connsiteX3" fmla="*/ 167481 w 938114"/>
                <a:gd name="connsiteY3" fmla="*/ 914394 h 950620"/>
                <a:gd name="connsiteX4" fmla="*/ 167481 w 938114"/>
                <a:gd name="connsiteY4" fmla="*/ 800791 h 950620"/>
                <a:gd name="connsiteX5" fmla="*/ 0 w 938114"/>
                <a:gd name="connsiteY5" fmla="*/ 800791 h 950620"/>
                <a:gd name="connsiteX6" fmla="*/ 0 w 938114"/>
                <a:gd name="connsiteY6" fmla="*/ 179544 h 950620"/>
                <a:gd name="connsiteX7" fmla="*/ 21430 w 938114"/>
                <a:gd name="connsiteY7" fmla="*/ 179544 h 950620"/>
                <a:gd name="connsiteX8" fmla="*/ 21430 w 938114"/>
                <a:gd name="connsiteY8" fmla="*/ 104957 h 950620"/>
                <a:gd name="connsiteX9" fmla="*/ 126387 w 938114"/>
                <a:gd name="connsiteY9" fmla="*/ 0 h 950620"/>
                <a:gd name="connsiteX10" fmla="*/ 657836 w 938114"/>
                <a:gd name="connsiteY10" fmla="*/ 0 h 950620"/>
                <a:gd name="connsiteX11" fmla="*/ 762792 w 938114"/>
                <a:gd name="connsiteY11" fmla="*/ 104957 h 950620"/>
                <a:gd name="connsiteX12" fmla="*/ 762792 w 938114"/>
                <a:gd name="connsiteY12" fmla="*/ 179546 h 950620"/>
                <a:gd name="connsiteX13" fmla="*/ 828913 w 938114"/>
                <a:gd name="connsiteY13" fmla="*/ 179546 h 950620"/>
                <a:gd name="connsiteX14" fmla="*/ 828913 w 938114"/>
                <a:gd name="connsiteY14" fmla="*/ 209907 h 950620"/>
                <a:gd name="connsiteX15" fmla="*/ 865469 w 938114"/>
                <a:gd name="connsiteY15" fmla="*/ 209907 h 950620"/>
                <a:gd name="connsiteX16" fmla="*/ 865469 w 938114"/>
                <a:gd name="connsiteY16" fmla="*/ 242648 h 950620"/>
                <a:gd name="connsiteX17" fmla="*/ 902026 w 938114"/>
                <a:gd name="connsiteY17" fmla="*/ 242648 h 950620"/>
                <a:gd name="connsiteX18" fmla="*/ 902026 w 938114"/>
                <a:gd name="connsiteY18" fmla="*/ 279557 h 950620"/>
                <a:gd name="connsiteX19" fmla="*/ 938114 w 938114"/>
                <a:gd name="connsiteY19" fmla="*/ 279557 h 950620"/>
                <a:gd name="connsiteX20" fmla="*/ 938114 w 938114"/>
                <a:gd name="connsiteY20" fmla="*/ 379569 h 950620"/>
                <a:gd name="connsiteX21" fmla="*/ 741363 w 938114"/>
                <a:gd name="connsiteY21" fmla="*/ 379569 h 950620"/>
                <a:gd name="connsiteX22" fmla="*/ 741363 w 938114"/>
                <a:gd name="connsiteY22" fmla="*/ 316467 h 950620"/>
                <a:gd name="connsiteX23" fmla="*/ 641349 w 938114"/>
                <a:gd name="connsiteY23" fmla="*/ 316467 h 950620"/>
                <a:gd name="connsiteX24" fmla="*/ 641349 w 938114"/>
                <a:gd name="connsiteY24" fmla="*/ 800791 h 950620"/>
                <a:gd name="connsiteX25" fmla="*/ 636571 w 938114"/>
                <a:gd name="connsiteY25" fmla="*/ 800791 h 950620"/>
                <a:gd name="connsiteX26" fmla="*/ 636571 w 938114"/>
                <a:gd name="connsiteY26" fmla="*/ 914394 h 950620"/>
                <a:gd name="connsiteX27" fmla="*/ 472281 w 938114"/>
                <a:gd name="connsiteY27" fmla="*/ 914394 h 950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38114" h="950620">
                  <a:moveTo>
                    <a:pt x="472281" y="950620"/>
                  </a:moveTo>
                  <a:lnTo>
                    <a:pt x="318955" y="950620"/>
                  </a:lnTo>
                  <a:lnTo>
                    <a:pt x="318955" y="914394"/>
                  </a:lnTo>
                  <a:lnTo>
                    <a:pt x="167481" y="914394"/>
                  </a:lnTo>
                  <a:lnTo>
                    <a:pt x="167481" y="800791"/>
                  </a:lnTo>
                  <a:lnTo>
                    <a:pt x="0" y="800791"/>
                  </a:lnTo>
                  <a:lnTo>
                    <a:pt x="0" y="179544"/>
                  </a:lnTo>
                  <a:lnTo>
                    <a:pt x="21430" y="179544"/>
                  </a:lnTo>
                  <a:lnTo>
                    <a:pt x="21430" y="104957"/>
                  </a:lnTo>
                  <a:lnTo>
                    <a:pt x="126387" y="0"/>
                  </a:lnTo>
                  <a:lnTo>
                    <a:pt x="657836" y="0"/>
                  </a:lnTo>
                  <a:lnTo>
                    <a:pt x="762792" y="104957"/>
                  </a:lnTo>
                  <a:lnTo>
                    <a:pt x="762792" y="179546"/>
                  </a:lnTo>
                  <a:lnTo>
                    <a:pt x="828913" y="179546"/>
                  </a:lnTo>
                  <a:lnTo>
                    <a:pt x="828913" y="209907"/>
                  </a:lnTo>
                  <a:lnTo>
                    <a:pt x="865469" y="209907"/>
                  </a:lnTo>
                  <a:lnTo>
                    <a:pt x="865469" y="242648"/>
                  </a:lnTo>
                  <a:lnTo>
                    <a:pt x="902026" y="242648"/>
                  </a:lnTo>
                  <a:lnTo>
                    <a:pt x="902026" y="279557"/>
                  </a:lnTo>
                  <a:lnTo>
                    <a:pt x="938114" y="279557"/>
                  </a:lnTo>
                  <a:lnTo>
                    <a:pt x="938114" y="379569"/>
                  </a:lnTo>
                  <a:lnTo>
                    <a:pt x="741363" y="379569"/>
                  </a:lnTo>
                  <a:lnTo>
                    <a:pt x="741363" y="316467"/>
                  </a:lnTo>
                  <a:lnTo>
                    <a:pt x="641349" y="316467"/>
                  </a:lnTo>
                  <a:lnTo>
                    <a:pt x="641349" y="800791"/>
                  </a:lnTo>
                  <a:lnTo>
                    <a:pt x="636571" y="800791"/>
                  </a:lnTo>
                  <a:lnTo>
                    <a:pt x="636571" y="914394"/>
                  </a:lnTo>
                  <a:lnTo>
                    <a:pt x="472281" y="91439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pic>
          <p:nvPicPr>
            <p:cNvPr id="6" name="Picture 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3E4B12A-369A-CA98-5623-E34593CCD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7479" y="4423813"/>
              <a:ext cx="1269841" cy="1269841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DC8901B-43B1-03CB-EAB5-93B21677A359}"/>
              </a:ext>
            </a:extLst>
          </p:cNvPr>
          <p:cNvGrpSpPr/>
          <p:nvPr/>
        </p:nvGrpSpPr>
        <p:grpSpPr>
          <a:xfrm>
            <a:off x="776862" y="-57991"/>
            <a:ext cx="1269840" cy="1269840"/>
            <a:chOff x="3110151" y="4423814"/>
            <a:chExt cx="1269840" cy="126984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1DA2821-1570-DA7D-B253-B3871A275D6A}"/>
                </a:ext>
              </a:extLst>
            </p:cNvPr>
            <p:cNvSpPr/>
            <p:nvPr/>
          </p:nvSpPr>
          <p:spPr>
            <a:xfrm rot="10800000">
              <a:off x="3388522" y="4916919"/>
              <a:ext cx="712816" cy="610912"/>
            </a:xfrm>
            <a:custGeom>
              <a:avLst/>
              <a:gdLst>
                <a:gd name="connsiteX0" fmla="*/ 599034 w 712816"/>
                <a:gd name="connsiteY0" fmla="*/ 610912 h 610912"/>
                <a:gd name="connsiteX1" fmla="*/ 153225 w 712816"/>
                <a:gd name="connsiteY1" fmla="*/ 610912 h 610912"/>
                <a:gd name="connsiteX2" fmla="*/ 153225 w 712816"/>
                <a:gd name="connsiteY2" fmla="*/ 572450 h 610912"/>
                <a:gd name="connsiteX3" fmla="*/ 0 w 712816"/>
                <a:gd name="connsiteY3" fmla="*/ 572450 h 610912"/>
                <a:gd name="connsiteX4" fmla="*/ 0 w 712816"/>
                <a:gd name="connsiteY4" fmla="*/ 81912 h 610912"/>
                <a:gd name="connsiteX5" fmla="*/ 56894 w 712816"/>
                <a:gd name="connsiteY5" fmla="*/ 81912 h 610912"/>
                <a:gd name="connsiteX6" fmla="*/ 138806 w 712816"/>
                <a:gd name="connsiteY6" fmla="*/ 0 h 610912"/>
                <a:gd name="connsiteX7" fmla="*/ 543684 w 712816"/>
                <a:gd name="connsiteY7" fmla="*/ 0 h 610912"/>
                <a:gd name="connsiteX8" fmla="*/ 625596 w 712816"/>
                <a:gd name="connsiteY8" fmla="*/ 81913 h 610912"/>
                <a:gd name="connsiteX9" fmla="*/ 639226 w 712816"/>
                <a:gd name="connsiteY9" fmla="*/ 81913 h 610912"/>
                <a:gd name="connsiteX10" fmla="*/ 712816 w 712816"/>
                <a:gd name="connsiteY10" fmla="*/ 155503 h 610912"/>
                <a:gd name="connsiteX11" fmla="*/ 712816 w 712816"/>
                <a:gd name="connsiteY11" fmla="*/ 303598 h 610912"/>
                <a:gd name="connsiteX12" fmla="*/ 639226 w 712816"/>
                <a:gd name="connsiteY12" fmla="*/ 377188 h 610912"/>
                <a:gd name="connsiteX13" fmla="*/ 599034 w 712816"/>
                <a:gd name="connsiteY13" fmla="*/ 377188 h 610912"/>
                <a:gd name="connsiteX14" fmla="*/ 599034 w 712816"/>
                <a:gd name="connsiteY14" fmla="*/ 543875 h 610912"/>
                <a:gd name="connsiteX15" fmla="*/ 599034 w 712816"/>
                <a:gd name="connsiteY15" fmla="*/ 572450 h 610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2816" h="610912">
                  <a:moveTo>
                    <a:pt x="599034" y="610912"/>
                  </a:moveTo>
                  <a:lnTo>
                    <a:pt x="153225" y="610912"/>
                  </a:lnTo>
                  <a:lnTo>
                    <a:pt x="153225" y="572450"/>
                  </a:lnTo>
                  <a:lnTo>
                    <a:pt x="0" y="572450"/>
                  </a:lnTo>
                  <a:lnTo>
                    <a:pt x="0" y="81912"/>
                  </a:lnTo>
                  <a:lnTo>
                    <a:pt x="56894" y="81912"/>
                  </a:lnTo>
                  <a:lnTo>
                    <a:pt x="138806" y="0"/>
                  </a:lnTo>
                  <a:lnTo>
                    <a:pt x="543684" y="0"/>
                  </a:lnTo>
                  <a:lnTo>
                    <a:pt x="625596" y="81913"/>
                  </a:lnTo>
                  <a:lnTo>
                    <a:pt x="639226" y="81913"/>
                  </a:lnTo>
                  <a:lnTo>
                    <a:pt x="712816" y="155503"/>
                  </a:lnTo>
                  <a:lnTo>
                    <a:pt x="712816" y="303598"/>
                  </a:lnTo>
                  <a:lnTo>
                    <a:pt x="639226" y="377188"/>
                  </a:lnTo>
                  <a:lnTo>
                    <a:pt x="599034" y="377188"/>
                  </a:lnTo>
                  <a:lnTo>
                    <a:pt x="599034" y="543875"/>
                  </a:lnTo>
                  <a:lnTo>
                    <a:pt x="599034" y="5724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FE1CFB1-33CE-A30B-2933-B49305C892DB}"/>
                </a:ext>
              </a:extLst>
            </p:cNvPr>
            <p:cNvGrpSpPr/>
            <p:nvPr/>
          </p:nvGrpSpPr>
          <p:grpSpPr>
            <a:xfrm>
              <a:off x="3110151" y="4423814"/>
              <a:ext cx="1269840" cy="1269840"/>
              <a:chOff x="1841035" y="4423814"/>
              <a:chExt cx="1269840" cy="12698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82E3C27-9005-682F-95FE-095869341C3F}"/>
                  </a:ext>
                </a:extLst>
              </p:cNvPr>
              <p:cNvSpPr/>
              <p:nvPr/>
            </p:nvSpPr>
            <p:spPr>
              <a:xfrm>
                <a:off x="1841035" y="4423814"/>
                <a:ext cx="1269840" cy="1269840"/>
              </a:xfrm>
              <a:prstGeom prst="rect">
                <a:avLst/>
              </a:prstGeom>
              <a:solidFill>
                <a:srgbClr val="4472C4">
                  <a:alpha val="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14" name="Picture 13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3BFB24EC-1DE5-1EAE-6090-E87167CBB4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" b="1605"/>
              <a:stretch/>
            </p:blipFill>
            <p:spPr>
              <a:xfrm>
                <a:off x="1882763" y="4672011"/>
                <a:ext cx="1186384" cy="1021643"/>
              </a:xfrm>
              <a:prstGeom prst="rect">
                <a:avLst/>
              </a:prstGeom>
            </p:spPr>
          </p:pic>
        </p:grpSp>
      </p:grpSp>
      <p:pic>
        <p:nvPicPr>
          <p:cNvPr id="20" name="Picture 1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0174C09-2CB7-E4E3-2D8F-D923D8AE6D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650" y="415663"/>
            <a:ext cx="1269841" cy="126984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8F69553-EDAC-7AE6-2E74-A9947ACEEBB3}"/>
              </a:ext>
            </a:extLst>
          </p:cNvPr>
          <p:cNvGrpSpPr/>
          <p:nvPr/>
        </p:nvGrpSpPr>
        <p:grpSpPr>
          <a:xfrm>
            <a:off x="10423418" y="415757"/>
            <a:ext cx="1269840" cy="1269840"/>
            <a:chOff x="5187258" y="5013720"/>
            <a:chExt cx="1269840" cy="126984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2280F2-8488-46E6-04BD-9D5B6948F586}"/>
                </a:ext>
              </a:extLst>
            </p:cNvPr>
            <p:cNvSpPr/>
            <p:nvPr/>
          </p:nvSpPr>
          <p:spPr>
            <a:xfrm>
              <a:off x="5187258" y="5013720"/>
              <a:ext cx="1269840" cy="1269840"/>
            </a:xfrm>
            <a:prstGeom prst="rect">
              <a:avLst/>
            </a:prstGeom>
            <a:solidFill>
              <a:srgbClr val="4472C4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3" name="Picture 2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97D7011-8916-4BE6-4439-DA734A65D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1605"/>
            <a:stretch/>
          </p:blipFill>
          <p:spPr>
            <a:xfrm>
              <a:off x="5228986" y="5261917"/>
              <a:ext cx="1186384" cy="1021643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3AD0820-F486-07D3-FBD1-DBBA1232EEEC}"/>
              </a:ext>
            </a:extLst>
          </p:cNvPr>
          <p:cNvGrpSpPr/>
          <p:nvPr/>
        </p:nvGrpSpPr>
        <p:grpSpPr>
          <a:xfrm>
            <a:off x="944738" y="4797379"/>
            <a:ext cx="914400" cy="914400"/>
            <a:chOff x="3628545" y="4572001"/>
            <a:chExt cx="914400" cy="9144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7CDB07D1-4EA2-B406-11F1-7285675B5F84}"/>
                </a:ext>
              </a:extLst>
            </p:cNvPr>
            <p:cNvSpPr/>
            <p:nvPr/>
          </p:nvSpPr>
          <p:spPr>
            <a:xfrm>
              <a:off x="3628545" y="4572001"/>
              <a:ext cx="914400" cy="9144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" name="&quot;Not Allowed&quot; Symbol 1">
              <a:extLst>
                <a:ext uri="{FF2B5EF4-FFF2-40B4-BE49-F238E27FC236}">
                  <a16:creationId xmlns:a16="http://schemas.microsoft.com/office/drawing/2014/main" id="{C1288A3D-FFC6-3BEB-F0FE-E02B0F6E062B}"/>
                </a:ext>
              </a:extLst>
            </p:cNvPr>
            <p:cNvSpPr/>
            <p:nvPr/>
          </p:nvSpPr>
          <p:spPr>
            <a:xfrm>
              <a:off x="3628545" y="4572001"/>
              <a:ext cx="914400" cy="914400"/>
            </a:xfrm>
            <a:prstGeom prst="noSmoking">
              <a:avLst>
                <a:gd name="adj" fmla="val 14350"/>
              </a:avLst>
            </a:prstGeom>
            <a:solidFill>
              <a:srgbClr val="9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3C02320-9C55-95BC-989B-ECF900346C38}"/>
              </a:ext>
            </a:extLst>
          </p:cNvPr>
          <p:cNvGrpSpPr/>
          <p:nvPr/>
        </p:nvGrpSpPr>
        <p:grpSpPr>
          <a:xfrm>
            <a:off x="2208372" y="4825544"/>
            <a:ext cx="914400" cy="914400"/>
            <a:chOff x="3628545" y="4572001"/>
            <a:chExt cx="914400" cy="9144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B514A35-CC58-FADD-380F-09577B645FEA}"/>
                </a:ext>
              </a:extLst>
            </p:cNvPr>
            <p:cNvSpPr/>
            <p:nvPr/>
          </p:nvSpPr>
          <p:spPr>
            <a:xfrm>
              <a:off x="3628545" y="4572001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&quot;Not Allowed&quot; Symbol 27">
              <a:extLst>
                <a:ext uri="{FF2B5EF4-FFF2-40B4-BE49-F238E27FC236}">
                  <a16:creationId xmlns:a16="http://schemas.microsoft.com/office/drawing/2014/main" id="{EA19846F-62F6-6C29-5852-5A95EDD13815}"/>
                </a:ext>
              </a:extLst>
            </p:cNvPr>
            <p:cNvSpPr/>
            <p:nvPr/>
          </p:nvSpPr>
          <p:spPr>
            <a:xfrm>
              <a:off x="3628545" y="4572001"/>
              <a:ext cx="914400" cy="914400"/>
            </a:xfrm>
            <a:prstGeom prst="noSmoking">
              <a:avLst>
                <a:gd name="adj" fmla="val 14350"/>
              </a:avLst>
            </a:prstGeom>
            <a:solidFill>
              <a:srgbClr val="9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pic>
        <p:nvPicPr>
          <p:cNvPr id="31" name="Picture 3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1817755-8A96-69C7-4E22-3F78158B45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538" y="415663"/>
            <a:ext cx="1269841" cy="1269841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67BEABAE-8891-4791-988B-C822FD4FD8BF}"/>
              </a:ext>
            </a:extLst>
          </p:cNvPr>
          <p:cNvGrpSpPr/>
          <p:nvPr/>
        </p:nvGrpSpPr>
        <p:grpSpPr>
          <a:xfrm>
            <a:off x="755159" y="3255524"/>
            <a:ext cx="1269841" cy="1269841"/>
            <a:chOff x="755159" y="3255524"/>
            <a:chExt cx="1269841" cy="1269841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CF27AEB-9BA2-B4BE-9650-0CE2D1B61FDC}"/>
                </a:ext>
              </a:extLst>
            </p:cNvPr>
            <p:cNvSpPr/>
            <p:nvPr/>
          </p:nvSpPr>
          <p:spPr>
            <a:xfrm>
              <a:off x="937823" y="3388992"/>
              <a:ext cx="892144" cy="978221"/>
            </a:xfrm>
            <a:custGeom>
              <a:avLst/>
              <a:gdLst>
                <a:gd name="connsiteX0" fmla="*/ 309951 w 892144"/>
                <a:gd name="connsiteY0" fmla="*/ 0 h 978221"/>
                <a:gd name="connsiteX1" fmla="*/ 457589 w 892144"/>
                <a:gd name="connsiteY1" fmla="*/ 0 h 978221"/>
                <a:gd name="connsiteX2" fmla="*/ 457589 w 892144"/>
                <a:gd name="connsiteY2" fmla="*/ 340047 h 978221"/>
                <a:gd name="connsiteX3" fmla="*/ 619515 w 892144"/>
                <a:gd name="connsiteY3" fmla="*/ 340047 h 978221"/>
                <a:gd name="connsiteX4" fmla="*/ 619515 w 892144"/>
                <a:gd name="connsiteY4" fmla="*/ 352572 h 978221"/>
                <a:gd name="connsiteX5" fmla="*/ 749968 w 892144"/>
                <a:gd name="connsiteY5" fmla="*/ 352572 h 978221"/>
                <a:gd name="connsiteX6" fmla="*/ 892144 w 892144"/>
                <a:gd name="connsiteY6" fmla="*/ 494748 h 978221"/>
                <a:gd name="connsiteX7" fmla="*/ 892144 w 892144"/>
                <a:gd name="connsiteY7" fmla="*/ 831284 h 978221"/>
                <a:gd name="connsiteX8" fmla="*/ 749968 w 892144"/>
                <a:gd name="connsiteY8" fmla="*/ 973460 h 978221"/>
                <a:gd name="connsiteX9" fmla="*/ 619515 w 892144"/>
                <a:gd name="connsiteY9" fmla="*/ 973460 h 978221"/>
                <a:gd name="connsiteX10" fmla="*/ 619515 w 892144"/>
                <a:gd name="connsiteY10" fmla="*/ 978221 h 978221"/>
                <a:gd name="connsiteX11" fmla="*/ 335163 w 892144"/>
                <a:gd name="connsiteY11" fmla="*/ 978221 h 978221"/>
                <a:gd name="connsiteX12" fmla="*/ 335163 w 892144"/>
                <a:gd name="connsiteY12" fmla="*/ 961267 h 978221"/>
                <a:gd name="connsiteX13" fmla="*/ 0 w 892144"/>
                <a:gd name="connsiteY13" fmla="*/ 644663 h 978221"/>
                <a:gd name="connsiteX14" fmla="*/ 98180 w 892144"/>
                <a:gd name="connsiteY14" fmla="*/ 540727 h 978221"/>
                <a:gd name="connsiteX15" fmla="*/ 217102 w 892144"/>
                <a:gd name="connsiteY15" fmla="*/ 653063 h 978221"/>
                <a:gd name="connsiteX16" fmla="*/ 217102 w 892144"/>
                <a:gd name="connsiteY16" fmla="*/ 640922 h 978221"/>
                <a:gd name="connsiteX17" fmla="*/ 335163 w 892144"/>
                <a:gd name="connsiteY17" fmla="*/ 640922 h 978221"/>
                <a:gd name="connsiteX18" fmla="*/ 335163 w 892144"/>
                <a:gd name="connsiteY18" fmla="*/ 382907 h 978221"/>
                <a:gd name="connsiteX19" fmla="*/ 309951 w 892144"/>
                <a:gd name="connsiteY19" fmla="*/ 382907 h 97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92144" h="978221">
                  <a:moveTo>
                    <a:pt x="309951" y="0"/>
                  </a:moveTo>
                  <a:lnTo>
                    <a:pt x="457589" y="0"/>
                  </a:lnTo>
                  <a:lnTo>
                    <a:pt x="457589" y="340047"/>
                  </a:lnTo>
                  <a:lnTo>
                    <a:pt x="619515" y="340047"/>
                  </a:lnTo>
                  <a:lnTo>
                    <a:pt x="619515" y="352572"/>
                  </a:lnTo>
                  <a:lnTo>
                    <a:pt x="749968" y="352572"/>
                  </a:lnTo>
                  <a:lnTo>
                    <a:pt x="892144" y="494748"/>
                  </a:lnTo>
                  <a:lnTo>
                    <a:pt x="892144" y="831284"/>
                  </a:lnTo>
                  <a:lnTo>
                    <a:pt x="749968" y="973460"/>
                  </a:lnTo>
                  <a:lnTo>
                    <a:pt x="619515" y="973460"/>
                  </a:lnTo>
                  <a:lnTo>
                    <a:pt x="619515" y="978221"/>
                  </a:lnTo>
                  <a:lnTo>
                    <a:pt x="335163" y="978221"/>
                  </a:lnTo>
                  <a:lnTo>
                    <a:pt x="335163" y="961267"/>
                  </a:lnTo>
                  <a:lnTo>
                    <a:pt x="0" y="644663"/>
                  </a:lnTo>
                  <a:lnTo>
                    <a:pt x="98180" y="540727"/>
                  </a:lnTo>
                  <a:lnTo>
                    <a:pt x="217102" y="653063"/>
                  </a:lnTo>
                  <a:lnTo>
                    <a:pt x="217102" y="640922"/>
                  </a:lnTo>
                  <a:lnTo>
                    <a:pt x="335163" y="640922"/>
                  </a:lnTo>
                  <a:lnTo>
                    <a:pt x="335163" y="382907"/>
                  </a:lnTo>
                  <a:lnTo>
                    <a:pt x="309951" y="3829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pic>
          <p:nvPicPr>
            <p:cNvPr id="33" name="Picture 3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EB8B8BC-0960-FAA8-79EF-587C7E630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159" y="3255524"/>
              <a:ext cx="1269841" cy="1269841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9B52AD3-5663-83C4-9793-A02CBB32CD90}"/>
              </a:ext>
            </a:extLst>
          </p:cNvPr>
          <p:cNvGrpSpPr/>
          <p:nvPr/>
        </p:nvGrpSpPr>
        <p:grpSpPr>
          <a:xfrm>
            <a:off x="2171700" y="3243181"/>
            <a:ext cx="1146105" cy="1269841"/>
            <a:chOff x="2171700" y="3243181"/>
            <a:chExt cx="1146105" cy="126984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C76E480-4FEF-34E1-0E13-A1D1B799BE44}"/>
                </a:ext>
              </a:extLst>
            </p:cNvPr>
            <p:cNvSpPr/>
            <p:nvPr/>
          </p:nvSpPr>
          <p:spPr>
            <a:xfrm>
              <a:off x="2230628" y="3376649"/>
              <a:ext cx="892144" cy="978221"/>
            </a:xfrm>
            <a:custGeom>
              <a:avLst/>
              <a:gdLst>
                <a:gd name="connsiteX0" fmla="*/ 309951 w 892144"/>
                <a:gd name="connsiteY0" fmla="*/ 0 h 978221"/>
                <a:gd name="connsiteX1" fmla="*/ 457589 w 892144"/>
                <a:gd name="connsiteY1" fmla="*/ 0 h 978221"/>
                <a:gd name="connsiteX2" fmla="*/ 457589 w 892144"/>
                <a:gd name="connsiteY2" fmla="*/ 340047 h 978221"/>
                <a:gd name="connsiteX3" fmla="*/ 619515 w 892144"/>
                <a:gd name="connsiteY3" fmla="*/ 340047 h 978221"/>
                <a:gd name="connsiteX4" fmla="*/ 619515 w 892144"/>
                <a:gd name="connsiteY4" fmla="*/ 352572 h 978221"/>
                <a:gd name="connsiteX5" fmla="*/ 749968 w 892144"/>
                <a:gd name="connsiteY5" fmla="*/ 352572 h 978221"/>
                <a:gd name="connsiteX6" fmla="*/ 892144 w 892144"/>
                <a:gd name="connsiteY6" fmla="*/ 494748 h 978221"/>
                <a:gd name="connsiteX7" fmla="*/ 892144 w 892144"/>
                <a:gd name="connsiteY7" fmla="*/ 831284 h 978221"/>
                <a:gd name="connsiteX8" fmla="*/ 749968 w 892144"/>
                <a:gd name="connsiteY8" fmla="*/ 973460 h 978221"/>
                <a:gd name="connsiteX9" fmla="*/ 619515 w 892144"/>
                <a:gd name="connsiteY9" fmla="*/ 973460 h 978221"/>
                <a:gd name="connsiteX10" fmla="*/ 619515 w 892144"/>
                <a:gd name="connsiteY10" fmla="*/ 978221 h 978221"/>
                <a:gd name="connsiteX11" fmla="*/ 335163 w 892144"/>
                <a:gd name="connsiteY11" fmla="*/ 978221 h 978221"/>
                <a:gd name="connsiteX12" fmla="*/ 335163 w 892144"/>
                <a:gd name="connsiteY12" fmla="*/ 961267 h 978221"/>
                <a:gd name="connsiteX13" fmla="*/ 0 w 892144"/>
                <a:gd name="connsiteY13" fmla="*/ 644663 h 978221"/>
                <a:gd name="connsiteX14" fmla="*/ 98180 w 892144"/>
                <a:gd name="connsiteY14" fmla="*/ 540727 h 978221"/>
                <a:gd name="connsiteX15" fmla="*/ 217102 w 892144"/>
                <a:gd name="connsiteY15" fmla="*/ 653063 h 978221"/>
                <a:gd name="connsiteX16" fmla="*/ 217102 w 892144"/>
                <a:gd name="connsiteY16" fmla="*/ 640922 h 978221"/>
                <a:gd name="connsiteX17" fmla="*/ 335163 w 892144"/>
                <a:gd name="connsiteY17" fmla="*/ 640922 h 978221"/>
                <a:gd name="connsiteX18" fmla="*/ 335163 w 892144"/>
                <a:gd name="connsiteY18" fmla="*/ 382907 h 978221"/>
                <a:gd name="connsiteX19" fmla="*/ 309951 w 892144"/>
                <a:gd name="connsiteY19" fmla="*/ 382907 h 97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92144" h="978221">
                  <a:moveTo>
                    <a:pt x="309951" y="0"/>
                  </a:moveTo>
                  <a:lnTo>
                    <a:pt x="457589" y="0"/>
                  </a:lnTo>
                  <a:lnTo>
                    <a:pt x="457589" y="340047"/>
                  </a:lnTo>
                  <a:lnTo>
                    <a:pt x="619515" y="340047"/>
                  </a:lnTo>
                  <a:lnTo>
                    <a:pt x="619515" y="352572"/>
                  </a:lnTo>
                  <a:lnTo>
                    <a:pt x="749968" y="352572"/>
                  </a:lnTo>
                  <a:lnTo>
                    <a:pt x="892144" y="494748"/>
                  </a:lnTo>
                  <a:lnTo>
                    <a:pt x="892144" y="831284"/>
                  </a:lnTo>
                  <a:lnTo>
                    <a:pt x="749968" y="973460"/>
                  </a:lnTo>
                  <a:lnTo>
                    <a:pt x="619515" y="973460"/>
                  </a:lnTo>
                  <a:lnTo>
                    <a:pt x="619515" y="978221"/>
                  </a:lnTo>
                  <a:lnTo>
                    <a:pt x="335163" y="978221"/>
                  </a:lnTo>
                  <a:lnTo>
                    <a:pt x="335163" y="961267"/>
                  </a:lnTo>
                  <a:lnTo>
                    <a:pt x="0" y="644663"/>
                  </a:lnTo>
                  <a:lnTo>
                    <a:pt x="98180" y="540727"/>
                  </a:lnTo>
                  <a:lnTo>
                    <a:pt x="217102" y="653063"/>
                  </a:lnTo>
                  <a:lnTo>
                    <a:pt x="217102" y="640922"/>
                  </a:lnTo>
                  <a:lnTo>
                    <a:pt x="335163" y="640922"/>
                  </a:lnTo>
                  <a:lnTo>
                    <a:pt x="335163" y="382907"/>
                  </a:lnTo>
                  <a:lnTo>
                    <a:pt x="309951" y="382907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  <p:pic>
          <p:nvPicPr>
            <p:cNvPr id="48" name="Picture 4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9486995-0043-E60A-A70E-D8F1A02A5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744"/>
            <a:stretch/>
          </p:blipFill>
          <p:spPr>
            <a:xfrm>
              <a:off x="2171700" y="3243181"/>
              <a:ext cx="1146105" cy="1269841"/>
            </a:xfrm>
            <a:prstGeom prst="rect">
              <a:avLst/>
            </a:prstGeom>
          </p:spPr>
        </p:pic>
      </p:grpSp>
      <p:pic>
        <p:nvPicPr>
          <p:cNvPr id="51" name="Picture 5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2D6BED3-809A-7910-198B-5A1B716E67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6826515" y="539854"/>
            <a:ext cx="1269841" cy="126984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C55754D-A0BA-DFBC-4BB9-9FD1222A4157}"/>
              </a:ext>
            </a:extLst>
          </p:cNvPr>
          <p:cNvGrpSpPr/>
          <p:nvPr/>
        </p:nvGrpSpPr>
        <p:grpSpPr>
          <a:xfrm>
            <a:off x="6364435" y="2698620"/>
            <a:ext cx="1269841" cy="1111256"/>
            <a:chOff x="6364435" y="2698620"/>
            <a:chExt cx="1269841" cy="1111256"/>
          </a:xfrm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C4822E8-BCCA-8988-0576-2EF3B20229A9}"/>
                </a:ext>
              </a:extLst>
            </p:cNvPr>
            <p:cNvSpPr/>
            <p:nvPr/>
          </p:nvSpPr>
          <p:spPr>
            <a:xfrm rot="20697523">
              <a:off x="6415663" y="2868068"/>
              <a:ext cx="1085707" cy="709560"/>
            </a:xfrm>
            <a:custGeom>
              <a:avLst/>
              <a:gdLst>
                <a:gd name="connsiteX0" fmla="*/ 1085707 w 1085707"/>
                <a:gd name="connsiteY0" fmla="*/ 1522 h 703382"/>
                <a:gd name="connsiteX1" fmla="*/ 1085707 w 1085707"/>
                <a:gd name="connsiteY1" fmla="*/ 233559 h 703382"/>
                <a:gd name="connsiteX2" fmla="*/ 1084733 w 1085707"/>
                <a:gd name="connsiteY2" fmla="*/ 233559 h 703382"/>
                <a:gd name="connsiteX3" fmla="*/ 1084429 w 1085707"/>
                <a:gd name="connsiteY3" fmla="*/ 350240 h 703382"/>
                <a:gd name="connsiteX4" fmla="*/ 916260 w 1085707"/>
                <a:gd name="connsiteY4" fmla="*/ 349802 h 703382"/>
                <a:gd name="connsiteX5" fmla="*/ 916259 w 1085707"/>
                <a:gd name="connsiteY5" fmla="*/ 456025 h 703382"/>
                <a:gd name="connsiteX6" fmla="*/ 868184 w 1085707"/>
                <a:gd name="connsiteY6" fmla="*/ 456025 h 703382"/>
                <a:gd name="connsiteX7" fmla="*/ 868184 w 1085707"/>
                <a:gd name="connsiteY7" fmla="*/ 511982 h 703382"/>
                <a:gd name="connsiteX8" fmla="*/ 783655 w 1085707"/>
                <a:gd name="connsiteY8" fmla="*/ 511982 h 703382"/>
                <a:gd name="connsiteX9" fmla="*/ 783655 w 1085707"/>
                <a:gd name="connsiteY9" fmla="*/ 568426 h 703382"/>
                <a:gd name="connsiteX10" fmla="*/ 698055 w 1085707"/>
                <a:gd name="connsiteY10" fmla="*/ 568426 h 703382"/>
                <a:gd name="connsiteX11" fmla="*/ 698055 w 1085707"/>
                <a:gd name="connsiteY11" fmla="*/ 602140 h 703382"/>
                <a:gd name="connsiteX12" fmla="*/ 516288 w 1085707"/>
                <a:gd name="connsiteY12" fmla="*/ 602140 h 703382"/>
                <a:gd name="connsiteX13" fmla="*/ 516288 w 1085707"/>
                <a:gd name="connsiteY13" fmla="*/ 658889 h 703382"/>
                <a:gd name="connsiteX14" fmla="*/ 448191 w 1085707"/>
                <a:gd name="connsiteY14" fmla="*/ 658889 h 703382"/>
                <a:gd name="connsiteX15" fmla="*/ 448191 w 1085707"/>
                <a:gd name="connsiteY15" fmla="*/ 703382 h 703382"/>
                <a:gd name="connsiteX16" fmla="*/ 321212 w 1085707"/>
                <a:gd name="connsiteY16" fmla="*/ 703382 h 703382"/>
                <a:gd name="connsiteX17" fmla="*/ 321212 w 1085707"/>
                <a:gd name="connsiteY17" fmla="*/ 623625 h 703382"/>
                <a:gd name="connsiteX18" fmla="*/ 321281 w 1085707"/>
                <a:gd name="connsiteY18" fmla="*/ 623625 h 703382"/>
                <a:gd name="connsiteX19" fmla="*/ 321281 w 1085707"/>
                <a:gd name="connsiteY19" fmla="*/ 579132 h 703382"/>
                <a:gd name="connsiteX20" fmla="*/ 357890 w 1085707"/>
                <a:gd name="connsiteY20" fmla="*/ 579132 h 703382"/>
                <a:gd name="connsiteX21" fmla="*/ 357889 w 1085707"/>
                <a:gd name="connsiteY21" fmla="*/ 522383 h 703382"/>
                <a:gd name="connsiteX22" fmla="*/ 426575 w 1085707"/>
                <a:gd name="connsiteY22" fmla="*/ 522383 h 703382"/>
                <a:gd name="connsiteX23" fmla="*/ 426575 w 1085707"/>
                <a:gd name="connsiteY23" fmla="*/ 488669 h 703382"/>
                <a:gd name="connsiteX24" fmla="*/ 511104 w 1085707"/>
                <a:gd name="connsiteY24" fmla="*/ 488669 h 703382"/>
                <a:gd name="connsiteX25" fmla="*/ 511104 w 1085707"/>
                <a:gd name="connsiteY25" fmla="*/ 432225 h 703382"/>
                <a:gd name="connsiteX26" fmla="*/ 550677 w 1085707"/>
                <a:gd name="connsiteY26" fmla="*/ 432225 h 703382"/>
                <a:gd name="connsiteX27" fmla="*/ 550677 w 1085707"/>
                <a:gd name="connsiteY27" fmla="*/ 338966 h 703382"/>
                <a:gd name="connsiteX28" fmla="*/ 477099 w 1085707"/>
                <a:gd name="connsiteY28" fmla="*/ 265002 h 703382"/>
                <a:gd name="connsiteX29" fmla="*/ 477181 w 1085707"/>
                <a:gd name="connsiteY29" fmla="*/ 233559 h 703382"/>
                <a:gd name="connsiteX30" fmla="*/ 364498 w 1085707"/>
                <a:gd name="connsiteY30" fmla="*/ 233559 h 703382"/>
                <a:gd name="connsiteX31" fmla="*/ 211854 w 1085707"/>
                <a:gd name="connsiteY31" fmla="*/ 421260 h 703382"/>
                <a:gd name="connsiteX32" fmla="*/ 141047 w 1085707"/>
                <a:gd name="connsiteY32" fmla="*/ 684756 h 703382"/>
                <a:gd name="connsiteX33" fmla="*/ 0 w 1085707"/>
                <a:gd name="connsiteY33" fmla="*/ 646854 h 703382"/>
                <a:gd name="connsiteX34" fmla="*/ 73913 w 1085707"/>
                <a:gd name="connsiteY34" fmla="*/ 371797 h 703382"/>
                <a:gd name="connsiteX35" fmla="*/ 60860 w 1085707"/>
                <a:gd name="connsiteY35" fmla="*/ 361181 h 703382"/>
                <a:gd name="connsiteX36" fmla="*/ 344332 w 1085707"/>
                <a:gd name="connsiteY36" fmla="*/ 12605 h 703382"/>
                <a:gd name="connsiteX37" fmla="*/ 344332 w 1085707"/>
                <a:gd name="connsiteY37" fmla="*/ 1522 h 703382"/>
                <a:gd name="connsiteX38" fmla="*/ 353346 w 1085707"/>
                <a:gd name="connsiteY38" fmla="*/ 1522 h 703382"/>
                <a:gd name="connsiteX39" fmla="*/ 354584 w 1085707"/>
                <a:gd name="connsiteY39" fmla="*/ 0 h 703382"/>
                <a:gd name="connsiteX40" fmla="*/ 356456 w 1085707"/>
                <a:gd name="connsiteY40" fmla="*/ 1522 h 70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085707" h="703382">
                  <a:moveTo>
                    <a:pt x="1085707" y="1522"/>
                  </a:moveTo>
                  <a:lnTo>
                    <a:pt x="1085707" y="233559"/>
                  </a:lnTo>
                  <a:lnTo>
                    <a:pt x="1084733" y="233559"/>
                  </a:lnTo>
                  <a:lnTo>
                    <a:pt x="1084429" y="350240"/>
                  </a:lnTo>
                  <a:lnTo>
                    <a:pt x="916260" y="349802"/>
                  </a:lnTo>
                  <a:lnTo>
                    <a:pt x="916259" y="456025"/>
                  </a:lnTo>
                  <a:lnTo>
                    <a:pt x="868184" y="456025"/>
                  </a:lnTo>
                  <a:lnTo>
                    <a:pt x="868184" y="511982"/>
                  </a:lnTo>
                  <a:lnTo>
                    <a:pt x="783655" y="511982"/>
                  </a:lnTo>
                  <a:lnTo>
                    <a:pt x="783655" y="568426"/>
                  </a:lnTo>
                  <a:lnTo>
                    <a:pt x="698055" y="568426"/>
                  </a:lnTo>
                  <a:lnTo>
                    <a:pt x="698055" y="602140"/>
                  </a:lnTo>
                  <a:lnTo>
                    <a:pt x="516288" y="602140"/>
                  </a:lnTo>
                  <a:lnTo>
                    <a:pt x="516288" y="658889"/>
                  </a:lnTo>
                  <a:lnTo>
                    <a:pt x="448191" y="658889"/>
                  </a:lnTo>
                  <a:lnTo>
                    <a:pt x="448191" y="703382"/>
                  </a:lnTo>
                  <a:lnTo>
                    <a:pt x="321212" y="703382"/>
                  </a:lnTo>
                  <a:lnTo>
                    <a:pt x="321212" y="623625"/>
                  </a:lnTo>
                  <a:lnTo>
                    <a:pt x="321281" y="623625"/>
                  </a:lnTo>
                  <a:lnTo>
                    <a:pt x="321281" y="579132"/>
                  </a:lnTo>
                  <a:lnTo>
                    <a:pt x="357890" y="579132"/>
                  </a:lnTo>
                  <a:lnTo>
                    <a:pt x="357889" y="522383"/>
                  </a:lnTo>
                  <a:lnTo>
                    <a:pt x="426575" y="522383"/>
                  </a:lnTo>
                  <a:lnTo>
                    <a:pt x="426575" y="488669"/>
                  </a:lnTo>
                  <a:lnTo>
                    <a:pt x="511104" y="488669"/>
                  </a:lnTo>
                  <a:lnTo>
                    <a:pt x="511104" y="432225"/>
                  </a:lnTo>
                  <a:lnTo>
                    <a:pt x="550677" y="432225"/>
                  </a:lnTo>
                  <a:lnTo>
                    <a:pt x="550677" y="338966"/>
                  </a:lnTo>
                  <a:lnTo>
                    <a:pt x="477099" y="265002"/>
                  </a:lnTo>
                  <a:lnTo>
                    <a:pt x="477181" y="233559"/>
                  </a:lnTo>
                  <a:lnTo>
                    <a:pt x="364498" y="233559"/>
                  </a:lnTo>
                  <a:lnTo>
                    <a:pt x="211854" y="421260"/>
                  </a:lnTo>
                  <a:lnTo>
                    <a:pt x="141047" y="684756"/>
                  </a:lnTo>
                  <a:lnTo>
                    <a:pt x="0" y="646854"/>
                  </a:lnTo>
                  <a:lnTo>
                    <a:pt x="73913" y="371797"/>
                  </a:lnTo>
                  <a:lnTo>
                    <a:pt x="60860" y="361181"/>
                  </a:lnTo>
                  <a:lnTo>
                    <a:pt x="344332" y="12605"/>
                  </a:lnTo>
                  <a:lnTo>
                    <a:pt x="344332" y="1522"/>
                  </a:lnTo>
                  <a:lnTo>
                    <a:pt x="353346" y="1522"/>
                  </a:lnTo>
                  <a:lnTo>
                    <a:pt x="354584" y="0"/>
                  </a:lnTo>
                  <a:lnTo>
                    <a:pt x="356456" y="1522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0AC09807-7D0A-4BE2-7D01-40D86731C67C}"/>
                </a:ext>
              </a:extLst>
            </p:cNvPr>
            <p:cNvGrpSpPr/>
            <p:nvPr/>
          </p:nvGrpSpPr>
          <p:grpSpPr>
            <a:xfrm>
              <a:off x="6364435" y="2698620"/>
              <a:ext cx="1269841" cy="1111256"/>
              <a:chOff x="6364435" y="2698620"/>
              <a:chExt cx="1269841" cy="1111256"/>
            </a:xfrm>
          </p:grpSpPr>
          <p:pic>
            <p:nvPicPr>
              <p:cNvPr id="93" name="Picture 92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FACF28CC-4D6C-50B3-9746-643D9B96B1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551"/>
              <a:stretch/>
            </p:blipFill>
            <p:spPr>
              <a:xfrm rot="16200000" flipH="1">
                <a:off x="6501269" y="2676869"/>
                <a:ext cx="996173" cy="1269841"/>
              </a:xfrm>
              <a:prstGeom prst="rect">
                <a:avLst/>
              </a:prstGeom>
            </p:spPr>
          </p:pic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C146B09B-7235-FC19-DC84-31D866A904D5}"/>
                  </a:ext>
                </a:extLst>
              </p:cNvPr>
              <p:cNvGrpSpPr/>
              <p:nvPr/>
            </p:nvGrpSpPr>
            <p:grpSpPr>
              <a:xfrm>
                <a:off x="7265201" y="2703017"/>
                <a:ext cx="330658" cy="431994"/>
                <a:chOff x="6340581" y="2572446"/>
                <a:chExt cx="330658" cy="431994"/>
              </a:xfrm>
            </p:grpSpPr>
            <p:pic>
              <p:nvPicPr>
                <p:cNvPr id="97" name="Picture 96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00D5D805-6328-3241-1850-EC6683EA38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182" t="73782" r="68815" b="9209"/>
                <a:stretch/>
              </p:blipFill>
              <p:spPr>
                <a:xfrm rot="10800000" flipV="1">
                  <a:off x="6340581" y="2788443"/>
                  <a:ext cx="266701" cy="215997"/>
                </a:xfrm>
                <a:prstGeom prst="rect">
                  <a:avLst/>
                </a:prstGeom>
              </p:spPr>
            </p:pic>
            <p:pic>
              <p:nvPicPr>
                <p:cNvPr id="98" name="Picture 97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C97F7222-1B0B-2754-F4B2-F7FD72A45F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182" t="73782" r="68815" b="9209"/>
                <a:stretch/>
              </p:blipFill>
              <p:spPr>
                <a:xfrm rot="10800000" flipH="1">
                  <a:off x="6404538" y="2572446"/>
                  <a:ext cx="266701" cy="215997"/>
                </a:xfrm>
                <a:prstGeom prst="rect">
                  <a:avLst/>
                </a:prstGeom>
              </p:spPr>
            </p:pic>
          </p:grpSp>
          <p:pic>
            <p:nvPicPr>
              <p:cNvPr id="94" name="Picture 93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065CFBD8-D547-B525-52F9-7474A80D46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200" t="49411" r="76847"/>
              <a:stretch/>
            </p:blipFill>
            <p:spPr>
              <a:xfrm rot="16200000" flipH="1">
                <a:off x="7134804" y="2459657"/>
                <a:ext cx="164481" cy="642408"/>
              </a:xfrm>
              <a:prstGeom prst="rect">
                <a:avLst/>
              </a:prstGeom>
            </p:spPr>
          </p:pic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3EA1908-AEE7-E2A5-0110-B5032228B154}"/>
              </a:ext>
            </a:extLst>
          </p:cNvPr>
          <p:cNvGrpSpPr>
            <a:grpSpLocks/>
          </p:cNvGrpSpPr>
          <p:nvPr/>
        </p:nvGrpSpPr>
        <p:grpSpPr>
          <a:xfrm>
            <a:off x="5012916" y="2811015"/>
            <a:ext cx="1269841" cy="1111992"/>
            <a:chOff x="6364435" y="2698620"/>
            <a:chExt cx="1269841" cy="1111992"/>
          </a:xfrm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5EA310D7-FB59-856A-D1CD-D15D2810928C}"/>
                </a:ext>
              </a:extLst>
            </p:cNvPr>
            <p:cNvSpPr>
              <a:spLocks/>
            </p:cNvSpPr>
            <p:nvPr/>
          </p:nvSpPr>
          <p:spPr>
            <a:xfrm rot="20697523">
              <a:off x="6415663" y="2868068"/>
              <a:ext cx="1085707" cy="709560"/>
            </a:xfrm>
            <a:custGeom>
              <a:avLst/>
              <a:gdLst>
                <a:gd name="connsiteX0" fmla="*/ 1085707 w 1085707"/>
                <a:gd name="connsiteY0" fmla="*/ 1522 h 703382"/>
                <a:gd name="connsiteX1" fmla="*/ 1085707 w 1085707"/>
                <a:gd name="connsiteY1" fmla="*/ 233559 h 703382"/>
                <a:gd name="connsiteX2" fmla="*/ 1084733 w 1085707"/>
                <a:gd name="connsiteY2" fmla="*/ 233559 h 703382"/>
                <a:gd name="connsiteX3" fmla="*/ 1084429 w 1085707"/>
                <a:gd name="connsiteY3" fmla="*/ 350240 h 703382"/>
                <a:gd name="connsiteX4" fmla="*/ 916260 w 1085707"/>
                <a:gd name="connsiteY4" fmla="*/ 349802 h 703382"/>
                <a:gd name="connsiteX5" fmla="*/ 916259 w 1085707"/>
                <a:gd name="connsiteY5" fmla="*/ 456025 h 703382"/>
                <a:gd name="connsiteX6" fmla="*/ 868184 w 1085707"/>
                <a:gd name="connsiteY6" fmla="*/ 456025 h 703382"/>
                <a:gd name="connsiteX7" fmla="*/ 868184 w 1085707"/>
                <a:gd name="connsiteY7" fmla="*/ 511982 h 703382"/>
                <a:gd name="connsiteX8" fmla="*/ 783655 w 1085707"/>
                <a:gd name="connsiteY8" fmla="*/ 511982 h 703382"/>
                <a:gd name="connsiteX9" fmla="*/ 783655 w 1085707"/>
                <a:gd name="connsiteY9" fmla="*/ 568426 h 703382"/>
                <a:gd name="connsiteX10" fmla="*/ 698055 w 1085707"/>
                <a:gd name="connsiteY10" fmla="*/ 568426 h 703382"/>
                <a:gd name="connsiteX11" fmla="*/ 698055 w 1085707"/>
                <a:gd name="connsiteY11" fmla="*/ 602140 h 703382"/>
                <a:gd name="connsiteX12" fmla="*/ 516288 w 1085707"/>
                <a:gd name="connsiteY12" fmla="*/ 602140 h 703382"/>
                <a:gd name="connsiteX13" fmla="*/ 516288 w 1085707"/>
                <a:gd name="connsiteY13" fmla="*/ 658889 h 703382"/>
                <a:gd name="connsiteX14" fmla="*/ 448191 w 1085707"/>
                <a:gd name="connsiteY14" fmla="*/ 658889 h 703382"/>
                <a:gd name="connsiteX15" fmla="*/ 448191 w 1085707"/>
                <a:gd name="connsiteY15" fmla="*/ 703382 h 703382"/>
                <a:gd name="connsiteX16" fmla="*/ 321212 w 1085707"/>
                <a:gd name="connsiteY16" fmla="*/ 703382 h 703382"/>
                <a:gd name="connsiteX17" fmla="*/ 321212 w 1085707"/>
                <a:gd name="connsiteY17" fmla="*/ 623625 h 703382"/>
                <a:gd name="connsiteX18" fmla="*/ 321281 w 1085707"/>
                <a:gd name="connsiteY18" fmla="*/ 623625 h 703382"/>
                <a:gd name="connsiteX19" fmla="*/ 321281 w 1085707"/>
                <a:gd name="connsiteY19" fmla="*/ 579132 h 703382"/>
                <a:gd name="connsiteX20" fmla="*/ 357890 w 1085707"/>
                <a:gd name="connsiteY20" fmla="*/ 579132 h 703382"/>
                <a:gd name="connsiteX21" fmla="*/ 357889 w 1085707"/>
                <a:gd name="connsiteY21" fmla="*/ 522383 h 703382"/>
                <a:gd name="connsiteX22" fmla="*/ 426575 w 1085707"/>
                <a:gd name="connsiteY22" fmla="*/ 522383 h 703382"/>
                <a:gd name="connsiteX23" fmla="*/ 426575 w 1085707"/>
                <a:gd name="connsiteY23" fmla="*/ 488669 h 703382"/>
                <a:gd name="connsiteX24" fmla="*/ 511104 w 1085707"/>
                <a:gd name="connsiteY24" fmla="*/ 488669 h 703382"/>
                <a:gd name="connsiteX25" fmla="*/ 511104 w 1085707"/>
                <a:gd name="connsiteY25" fmla="*/ 432225 h 703382"/>
                <a:gd name="connsiteX26" fmla="*/ 550677 w 1085707"/>
                <a:gd name="connsiteY26" fmla="*/ 432225 h 703382"/>
                <a:gd name="connsiteX27" fmla="*/ 550677 w 1085707"/>
                <a:gd name="connsiteY27" fmla="*/ 338966 h 703382"/>
                <a:gd name="connsiteX28" fmla="*/ 477099 w 1085707"/>
                <a:gd name="connsiteY28" fmla="*/ 265002 h 703382"/>
                <a:gd name="connsiteX29" fmla="*/ 477181 w 1085707"/>
                <a:gd name="connsiteY29" fmla="*/ 233559 h 703382"/>
                <a:gd name="connsiteX30" fmla="*/ 364498 w 1085707"/>
                <a:gd name="connsiteY30" fmla="*/ 233559 h 703382"/>
                <a:gd name="connsiteX31" fmla="*/ 211854 w 1085707"/>
                <a:gd name="connsiteY31" fmla="*/ 421260 h 703382"/>
                <a:gd name="connsiteX32" fmla="*/ 141047 w 1085707"/>
                <a:gd name="connsiteY32" fmla="*/ 684756 h 703382"/>
                <a:gd name="connsiteX33" fmla="*/ 0 w 1085707"/>
                <a:gd name="connsiteY33" fmla="*/ 646854 h 703382"/>
                <a:gd name="connsiteX34" fmla="*/ 73913 w 1085707"/>
                <a:gd name="connsiteY34" fmla="*/ 371797 h 703382"/>
                <a:gd name="connsiteX35" fmla="*/ 60860 w 1085707"/>
                <a:gd name="connsiteY35" fmla="*/ 361181 h 703382"/>
                <a:gd name="connsiteX36" fmla="*/ 344332 w 1085707"/>
                <a:gd name="connsiteY36" fmla="*/ 12605 h 703382"/>
                <a:gd name="connsiteX37" fmla="*/ 344332 w 1085707"/>
                <a:gd name="connsiteY37" fmla="*/ 1522 h 703382"/>
                <a:gd name="connsiteX38" fmla="*/ 353346 w 1085707"/>
                <a:gd name="connsiteY38" fmla="*/ 1522 h 703382"/>
                <a:gd name="connsiteX39" fmla="*/ 354584 w 1085707"/>
                <a:gd name="connsiteY39" fmla="*/ 0 h 703382"/>
                <a:gd name="connsiteX40" fmla="*/ 356456 w 1085707"/>
                <a:gd name="connsiteY40" fmla="*/ 1522 h 703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085707" h="703382">
                  <a:moveTo>
                    <a:pt x="1085707" y="1522"/>
                  </a:moveTo>
                  <a:lnTo>
                    <a:pt x="1085707" y="233559"/>
                  </a:lnTo>
                  <a:lnTo>
                    <a:pt x="1084733" y="233559"/>
                  </a:lnTo>
                  <a:lnTo>
                    <a:pt x="1084429" y="350240"/>
                  </a:lnTo>
                  <a:lnTo>
                    <a:pt x="916260" y="349802"/>
                  </a:lnTo>
                  <a:lnTo>
                    <a:pt x="916259" y="456025"/>
                  </a:lnTo>
                  <a:lnTo>
                    <a:pt x="868184" y="456025"/>
                  </a:lnTo>
                  <a:lnTo>
                    <a:pt x="868184" y="511982"/>
                  </a:lnTo>
                  <a:lnTo>
                    <a:pt x="783655" y="511982"/>
                  </a:lnTo>
                  <a:lnTo>
                    <a:pt x="783655" y="568426"/>
                  </a:lnTo>
                  <a:lnTo>
                    <a:pt x="698055" y="568426"/>
                  </a:lnTo>
                  <a:lnTo>
                    <a:pt x="698055" y="602140"/>
                  </a:lnTo>
                  <a:lnTo>
                    <a:pt x="516288" y="602140"/>
                  </a:lnTo>
                  <a:lnTo>
                    <a:pt x="516288" y="658889"/>
                  </a:lnTo>
                  <a:lnTo>
                    <a:pt x="448191" y="658889"/>
                  </a:lnTo>
                  <a:lnTo>
                    <a:pt x="448191" y="703382"/>
                  </a:lnTo>
                  <a:lnTo>
                    <a:pt x="321212" y="703382"/>
                  </a:lnTo>
                  <a:lnTo>
                    <a:pt x="321212" y="623625"/>
                  </a:lnTo>
                  <a:lnTo>
                    <a:pt x="321281" y="623625"/>
                  </a:lnTo>
                  <a:lnTo>
                    <a:pt x="321281" y="579132"/>
                  </a:lnTo>
                  <a:lnTo>
                    <a:pt x="357890" y="579132"/>
                  </a:lnTo>
                  <a:lnTo>
                    <a:pt x="357889" y="522383"/>
                  </a:lnTo>
                  <a:lnTo>
                    <a:pt x="426575" y="522383"/>
                  </a:lnTo>
                  <a:lnTo>
                    <a:pt x="426575" y="488669"/>
                  </a:lnTo>
                  <a:lnTo>
                    <a:pt x="511104" y="488669"/>
                  </a:lnTo>
                  <a:lnTo>
                    <a:pt x="511104" y="432225"/>
                  </a:lnTo>
                  <a:lnTo>
                    <a:pt x="550677" y="432225"/>
                  </a:lnTo>
                  <a:lnTo>
                    <a:pt x="550677" y="338966"/>
                  </a:lnTo>
                  <a:lnTo>
                    <a:pt x="477099" y="265002"/>
                  </a:lnTo>
                  <a:lnTo>
                    <a:pt x="477181" y="233559"/>
                  </a:lnTo>
                  <a:lnTo>
                    <a:pt x="364498" y="233559"/>
                  </a:lnTo>
                  <a:lnTo>
                    <a:pt x="211854" y="421260"/>
                  </a:lnTo>
                  <a:lnTo>
                    <a:pt x="141047" y="684756"/>
                  </a:lnTo>
                  <a:lnTo>
                    <a:pt x="0" y="646854"/>
                  </a:lnTo>
                  <a:lnTo>
                    <a:pt x="73913" y="371797"/>
                  </a:lnTo>
                  <a:lnTo>
                    <a:pt x="60860" y="361181"/>
                  </a:lnTo>
                  <a:lnTo>
                    <a:pt x="344332" y="12605"/>
                  </a:lnTo>
                  <a:lnTo>
                    <a:pt x="344332" y="1522"/>
                  </a:lnTo>
                  <a:lnTo>
                    <a:pt x="353346" y="1522"/>
                  </a:lnTo>
                  <a:lnTo>
                    <a:pt x="354584" y="0"/>
                  </a:lnTo>
                  <a:lnTo>
                    <a:pt x="356456" y="15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0636BE5E-3484-2E71-0041-3FD2108E815A}"/>
                </a:ext>
              </a:extLst>
            </p:cNvPr>
            <p:cNvGrpSpPr>
              <a:grpSpLocks/>
            </p:cNvGrpSpPr>
            <p:nvPr/>
          </p:nvGrpSpPr>
          <p:grpSpPr>
            <a:xfrm>
              <a:off x="6364435" y="2698620"/>
              <a:ext cx="1269841" cy="1111992"/>
              <a:chOff x="6364435" y="2698620"/>
              <a:chExt cx="1269841" cy="1111992"/>
            </a:xfrm>
          </p:grpSpPr>
          <p:pic>
            <p:nvPicPr>
              <p:cNvPr id="110" name="Picture 109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90402DAD-92BB-BB3D-CE7C-8323DBFB6C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551"/>
              <a:stretch/>
            </p:blipFill>
            <p:spPr>
              <a:xfrm rot="16200000" flipH="1">
                <a:off x="6501269" y="2677605"/>
                <a:ext cx="996173" cy="1269841"/>
              </a:xfrm>
              <a:prstGeom prst="rect">
                <a:avLst/>
              </a:prstGeom>
            </p:spPr>
          </p:pic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5ECCAE78-31B4-6B41-369E-A37E0B25F534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7265201" y="2703017"/>
                <a:ext cx="330658" cy="431994"/>
                <a:chOff x="6340581" y="2572446"/>
                <a:chExt cx="330658" cy="431994"/>
              </a:xfrm>
            </p:grpSpPr>
            <p:pic>
              <p:nvPicPr>
                <p:cNvPr id="113" name="Picture 112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F757AAD2-48A9-4CC3-A98F-63B9A20C01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182" t="73782" r="68815" b="9209"/>
                <a:stretch/>
              </p:blipFill>
              <p:spPr>
                <a:xfrm rot="10800000" flipV="1">
                  <a:off x="6340581" y="2788443"/>
                  <a:ext cx="266701" cy="215997"/>
                </a:xfrm>
                <a:prstGeom prst="rect">
                  <a:avLst/>
                </a:prstGeom>
              </p:spPr>
            </p:pic>
            <p:pic>
              <p:nvPicPr>
                <p:cNvPr id="114" name="Picture 113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3DC5B88B-52B9-A435-F0FE-BAB56AD13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182" t="73782" r="68815" b="9209"/>
                <a:stretch/>
              </p:blipFill>
              <p:spPr>
                <a:xfrm rot="10800000" flipH="1">
                  <a:off x="6404538" y="2572446"/>
                  <a:ext cx="266701" cy="215997"/>
                </a:xfrm>
                <a:prstGeom prst="rect">
                  <a:avLst/>
                </a:prstGeom>
              </p:spPr>
            </p:pic>
          </p:grpSp>
          <p:pic>
            <p:nvPicPr>
              <p:cNvPr id="112" name="Picture 111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E830D50D-D3EA-6912-90BB-0FC1C2A6C6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200" t="49411" r="76847"/>
              <a:stretch/>
            </p:blipFill>
            <p:spPr>
              <a:xfrm rot="16200000" flipH="1">
                <a:off x="7134804" y="2459657"/>
                <a:ext cx="164481" cy="642408"/>
              </a:xfrm>
              <a:prstGeom prst="rect">
                <a:avLst/>
              </a:prstGeom>
            </p:spPr>
          </p:pic>
        </p:grpSp>
      </p:grpSp>
      <p:pic>
        <p:nvPicPr>
          <p:cNvPr id="1028" name="Picture 4" descr="Windows Mouse Cursor: Over 3,504 Royalty-Free Licensable Stock  Illustrations &amp; Drawings | Shutterstock">
            <a:extLst>
              <a:ext uri="{FF2B5EF4-FFF2-40B4-BE49-F238E27FC236}">
                <a16:creationId xmlns:a16="http://schemas.microsoft.com/office/drawing/2014/main" id="{9EDAEB63-1A67-6B7A-FCF8-DD8016B02A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42" t="20520" r="31463" b="28060"/>
          <a:stretch>
            <a:fillRect/>
          </a:stretch>
        </p:blipFill>
        <p:spPr bwMode="auto">
          <a:xfrm>
            <a:off x="5115323" y="4892629"/>
            <a:ext cx="171938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685CC3-ED4A-2F3D-5730-49C67145A6C8}"/>
              </a:ext>
            </a:extLst>
          </p:cNvPr>
          <p:cNvSpPr>
            <a:spLocks noChangeAspect="1"/>
          </p:cNvSpPr>
          <p:nvPr/>
        </p:nvSpPr>
        <p:spPr>
          <a:xfrm>
            <a:off x="6692148" y="4797379"/>
            <a:ext cx="1146105" cy="1269840"/>
          </a:xfrm>
          <a:prstGeom prst="rect">
            <a:avLst/>
          </a:prstGeom>
          <a:solidFill>
            <a:srgbClr val="000000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28D708-7623-DB31-4AF6-8F920479F94C}"/>
              </a:ext>
            </a:extLst>
          </p:cNvPr>
          <p:cNvSpPr>
            <a:spLocks noChangeAspect="1"/>
          </p:cNvSpPr>
          <p:nvPr/>
        </p:nvSpPr>
        <p:spPr>
          <a:xfrm>
            <a:off x="8475880" y="3596560"/>
            <a:ext cx="1189975" cy="17023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4489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189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5149</TotalTime>
  <Words>2</Words>
  <Application>Microsoft Office PowerPoint</Application>
  <PresentationFormat>Widescreen</PresentationFormat>
  <Paragraphs>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gilad gur harush</dc:creator>
  <cp:lastModifiedBy>G GUR HARUSH</cp:lastModifiedBy>
  <cp:revision>65</cp:revision>
  <dcterms:created xsi:type="dcterms:W3CDTF">2023-07-13T19:50:18Z</dcterms:created>
  <dcterms:modified xsi:type="dcterms:W3CDTF">2026-01-17T15:27:35Z</dcterms:modified>
</cp:coreProperties>
</file>